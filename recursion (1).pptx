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slide13.xml" ContentType="application/vnd.openxmlformats-officedocument.presentationml.slide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edit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title </a:t>
            </a:r>
            <a:r>
              <a:rPr b="0" lang="en-IN" sz="4400" spc="-1" strike="noStrike">
                <a:latin typeface="Arial"/>
              </a:rPr>
              <a:t>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360000" y="1008000"/>
            <a:ext cx="7836840" cy="39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" name="CustomShape 2"/>
          <p:cNvSpPr/>
          <p:nvPr/>
        </p:nvSpPr>
        <p:spPr>
          <a:xfrm>
            <a:off x="3024000" y="263520"/>
            <a:ext cx="3991680" cy="44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3200" spc="-1" strike="noStrike">
                <a:solidFill>
                  <a:srgbClr val="ff3333"/>
                </a:solidFill>
                <a:latin typeface="Arial"/>
                <a:ea typeface="Droid Sans Fallback"/>
              </a:rPr>
              <a:t>Recursion Function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432000" y="1538640"/>
            <a:ext cx="9222120" cy="68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4"/>
          <p:cNvSpPr/>
          <p:nvPr/>
        </p:nvSpPr>
        <p:spPr>
          <a:xfrm>
            <a:off x="432000" y="2472120"/>
            <a:ext cx="9492840" cy="97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CustomShape 5"/>
          <p:cNvSpPr/>
          <p:nvPr/>
        </p:nvSpPr>
        <p:spPr>
          <a:xfrm>
            <a:off x="9619200" y="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3" name="CustomShape 6"/>
          <p:cNvSpPr/>
          <p:nvPr/>
        </p:nvSpPr>
        <p:spPr>
          <a:xfrm>
            <a:off x="288000" y="2520000"/>
            <a:ext cx="9777600" cy="68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3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If the recursion is happening continuously, so that once stack memory is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completely filled with function return addresses, then it leads to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segmentation fault.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" name="CustomShape 7"/>
          <p:cNvSpPr/>
          <p:nvPr/>
        </p:nvSpPr>
        <p:spPr>
          <a:xfrm>
            <a:off x="287640" y="1008000"/>
            <a:ext cx="8054280" cy="39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1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A function which is called by itself is called recursion function.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5" name="CustomShape 8"/>
          <p:cNvSpPr/>
          <p:nvPr/>
        </p:nvSpPr>
        <p:spPr>
          <a:xfrm>
            <a:off x="267480" y="1538280"/>
            <a:ext cx="9730440" cy="68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2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In recursive function, whenever a function is called stack memory is used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internally for storing the function return addresses.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" name="CustomShape 9"/>
          <p:cNvSpPr/>
          <p:nvPr/>
        </p:nvSpPr>
        <p:spPr>
          <a:xfrm>
            <a:off x="307800" y="3814200"/>
            <a:ext cx="7458120" cy="4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Advantage :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It reduces code complexity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7" name="CustomShape 10"/>
          <p:cNvSpPr/>
          <p:nvPr/>
        </p:nvSpPr>
        <p:spPr>
          <a:xfrm>
            <a:off x="288000" y="4390200"/>
            <a:ext cx="9782640" cy="103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Disadvantages :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Takes more memory in stack.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makes slower in execution because of many push &amp; pop operations 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288000" y="504000"/>
            <a:ext cx="3733560" cy="315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6096960" y="5040360"/>
            <a:ext cx="2953800" cy="136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4782240" y="3600000"/>
            <a:ext cx="3055320" cy="135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4"/>
          <p:cNvSpPr/>
          <p:nvPr/>
        </p:nvSpPr>
        <p:spPr>
          <a:xfrm>
            <a:off x="4824000" y="2304000"/>
            <a:ext cx="3055320" cy="135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5"/>
          <p:cNvSpPr/>
          <p:nvPr/>
        </p:nvSpPr>
        <p:spPr>
          <a:xfrm>
            <a:off x="4824000" y="990000"/>
            <a:ext cx="2482200" cy="136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6"/>
          <p:cNvSpPr/>
          <p:nvPr/>
        </p:nvSpPr>
        <p:spPr>
          <a:xfrm>
            <a:off x="5871600" y="7214040"/>
            <a:ext cx="9594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" name="CustomShape 7"/>
          <p:cNvSpPr/>
          <p:nvPr/>
        </p:nvSpPr>
        <p:spPr>
          <a:xfrm>
            <a:off x="6552000" y="560304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CustomShape 8"/>
          <p:cNvSpPr/>
          <p:nvPr/>
        </p:nvSpPr>
        <p:spPr>
          <a:xfrm>
            <a:off x="168480" y="677880"/>
            <a:ext cx="4501440" cy="50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  //0x1000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printf("before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 //0x1004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printf("after fun()...\n");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printf(“x = %d\n”,x);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  //0x2000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      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fun(); //0x2004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" name="CustomShape 9"/>
          <p:cNvSpPr/>
          <p:nvPr/>
        </p:nvSpPr>
        <p:spPr>
          <a:xfrm>
            <a:off x="4895640" y="14436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10"/>
          <p:cNvSpPr/>
          <p:nvPr/>
        </p:nvSpPr>
        <p:spPr>
          <a:xfrm>
            <a:off x="4967640" y="640836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" name="CustomShape 11"/>
          <p:cNvSpPr/>
          <p:nvPr/>
        </p:nvSpPr>
        <p:spPr>
          <a:xfrm>
            <a:off x="4967640" y="5058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ustomShape 12"/>
          <p:cNvSpPr/>
          <p:nvPr/>
        </p:nvSpPr>
        <p:spPr>
          <a:xfrm>
            <a:off x="6623640" y="5544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CustomShape 13"/>
          <p:cNvSpPr/>
          <p:nvPr/>
        </p:nvSpPr>
        <p:spPr>
          <a:xfrm>
            <a:off x="6407640" y="5256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CustomShape 14"/>
          <p:cNvSpPr/>
          <p:nvPr/>
        </p:nvSpPr>
        <p:spPr>
          <a:xfrm>
            <a:off x="5255640" y="5472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" name="CustomShape 15"/>
          <p:cNvSpPr/>
          <p:nvPr/>
        </p:nvSpPr>
        <p:spPr>
          <a:xfrm>
            <a:off x="5327640" y="5112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CustomShape 16"/>
          <p:cNvSpPr/>
          <p:nvPr/>
        </p:nvSpPr>
        <p:spPr>
          <a:xfrm>
            <a:off x="5039640" y="5884200"/>
            <a:ext cx="8989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CustomShape 17"/>
          <p:cNvSpPr/>
          <p:nvPr/>
        </p:nvSpPr>
        <p:spPr>
          <a:xfrm>
            <a:off x="7632360" y="5112000"/>
            <a:ext cx="2365920" cy="150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printf("before fun()\n");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printf("after fun()...\n");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printf(“x = %d\n”,x);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CustomShape 18"/>
          <p:cNvSpPr/>
          <p:nvPr/>
        </p:nvSpPr>
        <p:spPr>
          <a:xfrm>
            <a:off x="4967640" y="3690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19"/>
          <p:cNvSpPr/>
          <p:nvPr/>
        </p:nvSpPr>
        <p:spPr>
          <a:xfrm>
            <a:off x="7631640" y="3772080"/>
            <a:ext cx="2653920" cy="11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CustomShape 20"/>
          <p:cNvSpPr/>
          <p:nvPr/>
        </p:nvSpPr>
        <p:spPr>
          <a:xfrm>
            <a:off x="5255640" y="3816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CustomShape 21"/>
          <p:cNvSpPr/>
          <p:nvPr/>
        </p:nvSpPr>
        <p:spPr>
          <a:xfrm>
            <a:off x="5183640" y="4176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" name="CustomShape 22"/>
          <p:cNvSpPr/>
          <p:nvPr/>
        </p:nvSpPr>
        <p:spPr>
          <a:xfrm>
            <a:off x="4993560" y="4606200"/>
            <a:ext cx="945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CustomShape 23"/>
          <p:cNvSpPr/>
          <p:nvPr/>
        </p:nvSpPr>
        <p:spPr>
          <a:xfrm>
            <a:off x="6407640" y="39135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CustomShape 24"/>
          <p:cNvSpPr/>
          <p:nvPr/>
        </p:nvSpPr>
        <p:spPr>
          <a:xfrm>
            <a:off x="6623640" y="4176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CustomShape 25"/>
          <p:cNvSpPr/>
          <p:nvPr/>
        </p:nvSpPr>
        <p:spPr>
          <a:xfrm>
            <a:off x="4967640" y="2304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26"/>
          <p:cNvSpPr/>
          <p:nvPr/>
        </p:nvSpPr>
        <p:spPr>
          <a:xfrm>
            <a:off x="5255640" y="2430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CustomShape 27"/>
          <p:cNvSpPr/>
          <p:nvPr/>
        </p:nvSpPr>
        <p:spPr>
          <a:xfrm>
            <a:off x="5183640" y="2790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" name="CustomShape 28"/>
          <p:cNvSpPr/>
          <p:nvPr/>
        </p:nvSpPr>
        <p:spPr>
          <a:xfrm>
            <a:off x="4993560" y="3220200"/>
            <a:ext cx="945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CustomShape 29"/>
          <p:cNvSpPr/>
          <p:nvPr/>
        </p:nvSpPr>
        <p:spPr>
          <a:xfrm>
            <a:off x="6407640" y="25275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" name="CustomShape 30"/>
          <p:cNvSpPr/>
          <p:nvPr/>
        </p:nvSpPr>
        <p:spPr>
          <a:xfrm>
            <a:off x="6623640" y="2790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CustomShape 31"/>
          <p:cNvSpPr/>
          <p:nvPr/>
        </p:nvSpPr>
        <p:spPr>
          <a:xfrm>
            <a:off x="4967640" y="954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2"/>
          <p:cNvSpPr/>
          <p:nvPr/>
        </p:nvSpPr>
        <p:spPr>
          <a:xfrm>
            <a:off x="5255640" y="1080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" name="CustomShape 33"/>
          <p:cNvSpPr/>
          <p:nvPr/>
        </p:nvSpPr>
        <p:spPr>
          <a:xfrm>
            <a:off x="5183640" y="1440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CustomShape 34"/>
          <p:cNvSpPr/>
          <p:nvPr/>
        </p:nvSpPr>
        <p:spPr>
          <a:xfrm>
            <a:off x="4993560" y="1870200"/>
            <a:ext cx="945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CustomShape 35"/>
          <p:cNvSpPr/>
          <p:nvPr/>
        </p:nvSpPr>
        <p:spPr>
          <a:xfrm>
            <a:off x="6407640" y="11775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CustomShape 36"/>
          <p:cNvSpPr/>
          <p:nvPr/>
        </p:nvSpPr>
        <p:spPr>
          <a:xfrm>
            <a:off x="6623640" y="1440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CustomShape 37"/>
          <p:cNvSpPr/>
          <p:nvPr/>
        </p:nvSpPr>
        <p:spPr>
          <a:xfrm>
            <a:off x="7632360" y="2332080"/>
            <a:ext cx="2653920" cy="11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CustomShape 38"/>
          <p:cNvSpPr/>
          <p:nvPr/>
        </p:nvSpPr>
        <p:spPr>
          <a:xfrm>
            <a:off x="7632360" y="964080"/>
            <a:ext cx="2653920" cy="11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CustomShape 39"/>
          <p:cNvSpPr/>
          <p:nvPr/>
        </p:nvSpPr>
        <p:spPr>
          <a:xfrm>
            <a:off x="4967640" y="21636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" name="CustomShape 40"/>
          <p:cNvSpPr/>
          <p:nvPr/>
        </p:nvSpPr>
        <p:spPr>
          <a:xfrm>
            <a:off x="9619200" y="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8" name="CustomShape 41"/>
          <p:cNvSpPr/>
          <p:nvPr/>
        </p:nvSpPr>
        <p:spPr>
          <a:xfrm>
            <a:off x="6669000" y="5990040"/>
            <a:ext cx="810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" name="CustomShape 42"/>
          <p:cNvSpPr/>
          <p:nvPr/>
        </p:nvSpPr>
        <p:spPr>
          <a:xfrm>
            <a:off x="6767640" y="518040"/>
            <a:ext cx="567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" name="CustomShape 43"/>
          <p:cNvSpPr/>
          <p:nvPr/>
        </p:nvSpPr>
        <p:spPr>
          <a:xfrm>
            <a:off x="6767640" y="4622040"/>
            <a:ext cx="639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CustomShape 44"/>
          <p:cNvSpPr/>
          <p:nvPr/>
        </p:nvSpPr>
        <p:spPr>
          <a:xfrm>
            <a:off x="6767640" y="3240360"/>
            <a:ext cx="567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" name="CustomShape 45"/>
          <p:cNvSpPr/>
          <p:nvPr/>
        </p:nvSpPr>
        <p:spPr>
          <a:xfrm>
            <a:off x="6767640" y="1886040"/>
            <a:ext cx="711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" name="Line 46"/>
          <p:cNvSpPr/>
          <p:nvPr/>
        </p:nvSpPr>
        <p:spPr>
          <a:xfrm>
            <a:off x="8352000" y="5976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Line 47"/>
          <p:cNvSpPr/>
          <p:nvPr/>
        </p:nvSpPr>
        <p:spPr>
          <a:xfrm flipV="1">
            <a:off x="9864000" y="48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Line 48"/>
          <p:cNvSpPr/>
          <p:nvPr/>
        </p:nvSpPr>
        <p:spPr>
          <a:xfrm flipH="1">
            <a:off x="9057600" y="4824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Line 49"/>
          <p:cNvSpPr/>
          <p:nvPr/>
        </p:nvSpPr>
        <p:spPr>
          <a:xfrm>
            <a:off x="8424000" y="3312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Line 50"/>
          <p:cNvSpPr/>
          <p:nvPr/>
        </p:nvSpPr>
        <p:spPr>
          <a:xfrm flipV="1">
            <a:off x="9936000" y="216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Line 51"/>
          <p:cNvSpPr/>
          <p:nvPr/>
        </p:nvSpPr>
        <p:spPr>
          <a:xfrm flipH="1">
            <a:off x="9129600" y="2160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Line 52"/>
          <p:cNvSpPr/>
          <p:nvPr/>
        </p:nvSpPr>
        <p:spPr>
          <a:xfrm>
            <a:off x="8352000" y="4680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Line 53"/>
          <p:cNvSpPr/>
          <p:nvPr/>
        </p:nvSpPr>
        <p:spPr>
          <a:xfrm flipV="1">
            <a:off x="9864000" y="35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Line 54"/>
          <p:cNvSpPr/>
          <p:nvPr/>
        </p:nvSpPr>
        <p:spPr>
          <a:xfrm flipH="1">
            <a:off x="9057600" y="3528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Line 55"/>
          <p:cNvSpPr/>
          <p:nvPr/>
        </p:nvSpPr>
        <p:spPr>
          <a:xfrm>
            <a:off x="8424000" y="1944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Line 56"/>
          <p:cNvSpPr/>
          <p:nvPr/>
        </p:nvSpPr>
        <p:spPr>
          <a:xfrm flipV="1">
            <a:off x="9936000" y="79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Line 57"/>
          <p:cNvSpPr/>
          <p:nvPr/>
        </p:nvSpPr>
        <p:spPr>
          <a:xfrm flipH="1">
            <a:off x="9129600" y="792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Line 58"/>
          <p:cNvSpPr/>
          <p:nvPr/>
        </p:nvSpPr>
        <p:spPr>
          <a:xfrm flipH="1">
            <a:off x="4536000" y="64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Line 59"/>
          <p:cNvSpPr/>
          <p:nvPr/>
        </p:nvSpPr>
        <p:spPr>
          <a:xfrm>
            <a:off x="4536000" y="64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Line 60"/>
          <p:cNvSpPr/>
          <p:nvPr/>
        </p:nvSpPr>
        <p:spPr>
          <a:xfrm>
            <a:off x="4536000" y="180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Line 61"/>
          <p:cNvSpPr/>
          <p:nvPr/>
        </p:nvSpPr>
        <p:spPr>
          <a:xfrm flipH="1">
            <a:off x="4536000" y="194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Line 62"/>
          <p:cNvSpPr/>
          <p:nvPr/>
        </p:nvSpPr>
        <p:spPr>
          <a:xfrm>
            <a:off x="4536000" y="194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Line 63"/>
          <p:cNvSpPr/>
          <p:nvPr/>
        </p:nvSpPr>
        <p:spPr>
          <a:xfrm>
            <a:off x="4536000" y="309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Line 64"/>
          <p:cNvSpPr/>
          <p:nvPr/>
        </p:nvSpPr>
        <p:spPr>
          <a:xfrm flipH="1">
            <a:off x="4536000" y="453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Line 65"/>
          <p:cNvSpPr/>
          <p:nvPr/>
        </p:nvSpPr>
        <p:spPr>
          <a:xfrm>
            <a:off x="4536000" y="453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Line 66"/>
          <p:cNvSpPr/>
          <p:nvPr/>
        </p:nvSpPr>
        <p:spPr>
          <a:xfrm>
            <a:off x="4536000" y="568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Line 67"/>
          <p:cNvSpPr/>
          <p:nvPr/>
        </p:nvSpPr>
        <p:spPr>
          <a:xfrm flipH="1">
            <a:off x="4536000" y="324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Line 68"/>
          <p:cNvSpPr/>
          <p:nvPr/>
        </p:nvSpPr>
        <p:spPr>
          <a:xfrm>
            <a:off x="4536000" y="324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Line 69"/>
          <p:cNvSpPr/>
          <p:nvPr/>
        </p:nvSpPr>
        <p:spPr>
          <a:xfrm>
            <a:off x="4536000" y="439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Line 70"/>
          <p:cNvSpPr/>
          <p:nvPr/>
        </p:nvSpPr>
        <p:spPr>
          <a:xfrm flipH="1">
            <a:off x="4536000" y="58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Line 71"/>
          <p:cNvSpPr/>
          <p:nvPr/>
        </p:nvSpPr>
        <p:spPr>
          <a:xfrm>
            <a:off x="4536000" y="58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Line 72"/>
          <p:cNvSpPr/>
          <p:nvPr/>
        </p:nvSpPr>
        <p:spPr>
          <a:xfrm>
            <a:off x="4536000" y="69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47600" y="432360"/>
            <a:ext cx="4519440" cy="608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//0x1003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 //0x2000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//0x2004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6002640" y="7213680"/>
            <a:ext cx="9723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6683040" y="560268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5026680" y="14400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5"/>
          <p:cNvSpPr/>
          <p:nvPr/>
        </p:nvSpPr>
        <p:spPr>
          <a:xfrm>
            <a:off x="5098680" y="640800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" name="CustomShape 6"/>
          <p:cNvSpPr/>
          <p:nvPr/>
        </p:nvSpPr>
        <p:spPr>
          <a:xfrm>
            <a:off x="5112000" y="507528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7"/>
          <p:cNvSpPr/>
          <p:nvPr/>
        </p:nvSpPr>
        <p:spPr>
          <a:xfrm>
            <a:off x="6682680" y="55792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7" name="CustomShape 8"/>
          <p:cNvSpPr/>
          <p:nvPr/>
        </p:nvSpPr>
        <p:spPr>
          <a:xfrm>
            <a:off x="6466680" y="52912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CustomShape 9"/>
          <p:cNvSpPr/>
          <p:nvPr/>
        </p:nvSpPr>
        <p:spPr>
          <a:xfrm>
            <a:off x="5098680" y="369000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10"/>
          <p:cNvSpPr/>
          <p:nvPr/>
        </p:nvSpPr>
        <p:spPr>
          <a:xfrm>
            <a:off x="5386680" y="381600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CustomShape 11"/>
          <p:cNvSpPr/>
          <p:nvPr/>
        </p:nvSpPr>
        <p:spPr>
          <a:xfrm>
            <a:off x="5314680" y="41760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" name="CustomShape 12"/>
          <p:cNvSpPr/>
          <p:nvPr/>
        </p:nvSpPr>
        <p:spPr>
          <a:xfrm>
            <a:off x="5124600" y="4605840"/>
            <a:ext cx="905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2" name="CustomShape 13"/>
          <p:cNvSpPr/>
          <p:nvPr/>
        </p:nvSpPr>
        <p:spPr>
          <a:xfrm>
            <a:off x="6538680" y="39132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CustomShape 14"/>
          <p:cNvSpPr/>
          <p:nvPr/>
        </p:nvSpPr>
        <p:spPr>
          <a:xfrm>
            <a:off x="6754680" y="4176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4" name="CustomShape 15"/>
          <p:cNvSpPr/>
          <p:nvPr/>
        </p:nvSpPr>
        <p:spPr>
          <a:xfrm>
            <a:off x="5098680" y="230400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CustomShape 16"/>
          <p:cNvSpPr/>
          <p:nvPr/>
        </p:nvSpPr>
        <p:spPr>
          <a:xfrm>
            <a:off x="5386680" y="243000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" name="CustomShape 17"/>
          <p:cNvSpPr/>
          <p:nvPr/>
        </p:nvSpPr>
        <p:spPr>
          <a:xfrm>
            <a:off x="5314680" y="27900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" name="CustomShape 18"/>
          <p:cNvSpPr/>
          <p:nvPr/>
        </p:nvSpPr>
        <p:spPr>
          <a:xfrm>
            <a:off x="5124600" y="3219840"/>
            <a:ext cx="905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CustomShape 19"/>
          <p:cNvSpPr/>
          <p:nvPr/>
        </p:nvSpPr>
        <p:spPr>
          <a:xfrm>
            <a:off x="6538680" y="25272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CustomShape 20"/>
          <p:cNvSpPr/>
          <p:nvPr/>
        </p:nvSpPr>
        <p:spPr>
          <a:xfrm>
            <a:off x="6754680" y="2790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CustomShape 21"/>
          <p:cNvSpPr/>
          <p:nvPr/>
        </p:nvSpPr>
        <p:spPr>
          <a:xfrm>
            <a:off x="5098680" y="95400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22"/>
          <p:cNvSpPr/>
          <p:nvPr/>
        </p:nvSpPr>
        <p:spPr>
          <a:xfrm>
            <a:off x="5386680" y="108000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" name="CustomShape 23"/>
          <p:cNvSpPr/>
          <p:nvPr/>
        </p:nvSpPr>
        <p:spPr>
          <a:xfrm>
            <a:off x="5314680" y="14400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" name="CustomShape 24"/>
          <p:cNvSpPr/>
          <p:nvPr/>
        </p:nvSpPr>
        <p:spPr>
          <a:xfrm>
            <a:off x="5124600" y="1869840"/>
            <a:ext cx="905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4" name="CustomShape 25"/>
          <p:cNvSpPr/>
          <p:nvPr/>
        </p:nvSpPr>
        <p:spPr>
          <a:xfrm>
            <a:off x="6538680" y="11772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CustomShape 26"/>
          <p:cNvSpPr/>
          <p:nvPr/>
        </p:nvSpPr>
        <p:spPr>
          <a:xfrm>
            <a:off x="6754680" y="1440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CustomShape 27"/>
          <p:cNvSpPr/>
          <p:nvPr/>
        </p:nvSpPr>
        <p:spPr>
          <a:xfrm>
            <a:off x="5098680" y="21600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CustomShape 28"/>
          <p:cNvSpPr/>
          <p:nvPr/>
        </p:nvSpPr>
        <p:spPr>
          <a:xfrm>
            <a:off x="7834680" y="5353920"/>
            <a:ext cx="2365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8" name="CustomShape 29"/>
          <p:cNvSpPr/>
          <p:nvPr/>
        </p:nvSpPr>
        <p:spPr>
          <a:xfrm>
            <a:off x="6899040" y="4656960"/>
            <a:ext cx="5803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CustomShape 30"/>
          <p:cNvSpPr/>
          <p:nvPr/>
        </p:nvSpPr>
        <p:spPr>
          <a:xfrm>
            <a:off x="6904800" y="3275280"/>
            <a:ext cx="5745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" name="CustomShape 31"/>
          <p:cNvSpPr/>
          <p:nvPr/>
        </p:nvSpPr>
        <p:spPr>
          <a:xfrm>
            <a:off x="6904800" y="1907280"/>
            <a:ext cx="5025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" name="CustomShape 32"/>
          <p:cNvSpPr/>
          <p:nvPr/>
        </p:nvSpPr>
        <p:spPr>
          <a:xfrm>
            <a:off x="7042680" y="517680"/>
            <a:ext cx="50868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" name="CustomShape 33"/>
          <p:cNvSpPr/>
          <p:nvPr/>
        </p:nvSpPr>
        <p:spPr>
          <a:xfrm>
            <a:off x="7690680" y="5954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CustomShape 34"/>
          <p:cNvSpPr/>
          <p:nvPr/>
        </p:nvSpPr>
        <p:spPr>
          <a:xfrm>
            <a:off x="7690680" y="351072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CustomShape 35"/>
          <p:cNvSpPr/>
          <p:nvPr/>
        </p:nvSpPr>
        <p:spPr>
          <a:xfrm>
            <a:off x="7677000" y="207072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5" name="CustomShape 36"/>
          <p:cNvSpPr/>
          <p:nvPr/>
        </p:nvSpPr>
        <p:spPr>
          <a:xfrm>
            <a:off x="9619200" y="-972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6" name="Line 37"/>
          <p:cNvSpPr/>
          <p:nvPr/>
        </p:nvSpPr>
        <p:spPr>
          <a:xfrm>
            <a:off x="8640000" y="6192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Line 38"/>
          <p:cNvSpPr/>
          <p:nvPr/>
        </p:nvSpPr>
        <p:spPr>
          <a:xfrm flipV="1">
            <a:off x="9720000" y="4896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Line 39"/>
          <p:cNvSpPr/>
          <p:nvPr/>
        </p:nvSpPr>
        <p:spPr>
          <a:xfrm flipH="1">
            <a:off x="9144000" y="4896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Line 40"/>
          <p:cNvSpPr/>
          <p:nvPr/>
        </p:nvSpPr>
        <p:spPr>
          <a:xfrm>
            <a:off x="8640000" y="468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Line 41"/>
          <p:cNvSpPr/>
          <p:nvPr/>
        </p:nvSpPr>
        <p:spPr>
          <a:xfrm flipV="1">
            <a:off x="9720000" y="338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Line 42"/>
          <p:cNvSpPr/>
          <p:nvPr/>
        </p:nvSpPr>
        <p:spPr>
          <a:xfrm flipH="1">
            <a:off x="9144000" y="338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Line 43"/>
          <p:cNvSpPr/>
          <p:nvPr/>
        </p:nvSpPr>
        <p:spPr>
          <a:xfrm>
            <a:off x="8640000" y="324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Line 44"/>
          <p:cNvSpPr/>
          <p:nvPr/>
        </p:nvSpPr>
        <p:spPr>
          <a:xfrm flipV="1">
            <a:off x="9720000" y="194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Line 45"/>
          <p:cNvSpPr/>
          <p:nvPr/>
        </p:nvSpPr>
        <p:spPr>
          <a:xfrm flipH="1">
            <a:off x="9144000" y="194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Line 46"/>
          <p:cNvSpPr/>
          <p:nvPr/>
        </p:nvSpPr>
        <p:spPr>
          <a:xfrm>
            <a:off x="8640000" y="180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Line 47"/>
          <p:cNvSpPr/>
          <p:nvPr/>
        </p:nvSpPr>
        <p:spPr>
          <a:xfrm flipV="1">
            <a:off x="9720000" y="50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48"/>
          <p:cNvSpPr/>
          <p:nvPr/>
        </p:nvSpPr>
        <p:spPr>
          <a:xfrm flipH="1">
            <a:off x="9144000" y="50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Line 49"/>
          <p:cNvSpPr/>
          <p:nvPr/>
        </p:nvSpPr>
        <p:spPr>
          <a:xfrm flipH="1">
            <a:off x="466704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Line 50"/>
          <p:cNvSpPr/>
          <p:nvPr/>
        </p:nvSpPr>
        <p:spPr>
          <a:xfrm>
            <a:off x="466704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Line 51"/>
          <p:cNvSpPr/>
          <p:nvPr/>
        </p:nvSpPr>
        <p:spPr>
          <a:xfrm>
            <a:off x="466704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Line 52"/>
          <p:cNvSpPr/>
          <p:nvPr/>
        </p:nvSpPr>
        <p:spPr>
          <a:xfrm flipH="1">
            <a:off x="466704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Line 53"/>
          <p:cNvSpPr/>
          <p:nvPr/>
        </p:nvSpPr>
        <p:spPr>
          <a:xfrm>
            <a:off x="466704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Line 54"/>
          <p:cNvSpPr/>
          <p:nvPr/>
        </p:nvSpPr>
        <p:spPr>
          <a:xfrm>
            <a:off x="466704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Line 55"/>
          <p:cNvSpPr/>
          <p:nvPr/>
        </p:nvSpPr>
        <p:spPr>
          <a:xfrm flipH="1">
            <a:off x="466704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Line 56"/>
          <p:cNvSpPr/>
          <p:nvPr/>
        </p:nvSpPr>
        <p:spPr>
          <a:xfrm>
            <a:off x="466704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Line 57"/>
          <p:cNvSpPr/>
          <p:nvPr/>
        </p:nvSpPr>
        <p:spPr>
          <a:xfrm>
            <a:off x="466704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Line 58"/>
          <p:cNvSpPr/>
          <p:nvPr/>
        </p:nvSpPr>
        <p:spPr>
          <a:xfrm flipH="1">
            <a:off x="466704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Line 59"/>
          <p:cNvSpPr/>
          <p:nvPr/>
        </p:nvSpPr>
        <p:spPr>
          <a:xfrm>
            <a:off x="466704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Line 60"/>
          <p:cNvSpPr/>
          <p:nvPr/>
        </p:nvSpPr>
        <p:spPr>
          <a:xfrm>
            <a:off x="466704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Line 61"/>
          <p:cNvSpPr/>
          <p:nvPr/>
        </p:nvSpPr>
        <p:spPr>
          <a:xfrm flipH="1">
            <a:off x="466704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Line 62"/>
          <p:cNvSpPr/>
          <p:nvPr/>
        </p:nvSpPr>
        <p:spPr>
          <a:xfrm>
            <a:off x="466704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Line 63"/>
          <p:cNvSpPr/>
          <p:nvPr/>
        </p:nvSpPr>
        <p:spPr>
          <a:xfrm>
            <a:off x="466704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64"/>
          <p:cNvSpPr/>
          <p:nvPr/>
        </p:nvSpPr>
        <p:spPr>
          <a:xfrm>
            <a:off x="6768000" y="5976000"/>
            <a:ext cx="711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202320" y="288000"/>
            <a:ext cx="4364640" cy="392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9619200" y="-972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6087960" y="7143120"/>
            <a:ext cx="8870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7" name="CustomShape 4"/>
          <p:cNvSpPr/>
          <p:nvPr/>
        </p:nvSpPr>
        <p:spPr>
          <a:xfrm>
            <a:off x="6768360" y="553212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8" name="CustomShape 5"/>
          <p:cNvSpPr/>
          <p:nvPr/>
        </p:nvSpPr>
        <p:spPr>
          <a:xfrm>
            <a:off x="5112000" y="7344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CustomShape 6"/>
          <p:cNvSpPr/>
          <p:nvPr/>
        </p:nvSpPr>
        <p:spPr>
          <a:xfrm>
            <a:off x="5184000" y="633744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0" name="CustomShape 7"/>
          <p:cNvSpPr/>
          <p:nvPr/>
        </p:nvSpPr>
        <p:spPr>
          <a:xfrm>
            <a:off x="5184000" y="500472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8"/>
          <p:cNvSpPr/>
          <p:nvPr/>
        </p:nvSpPr>
        <p:spPr>
          <a:xfrm>
            <a:off x="6768000" y="550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CustomShape 9"/>
          <p:cNvSpPr/>
          <p:nvPr/>
        </p:nvSpPr>
        <p:spPr>
          <a:xfrm>
            <a:off x="6552000" y="52207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3" name="CustomShape 10"/>
          <p:cNvSpPr/>
          <p:nvPr/>
        </p:nvSpPr>
        <p:spPr>
          <a:xfrm>
            <a:off x="5184000" y="3619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CustomShape 11"/>
          <p:cNvSpPr/>
          <p:nvPr/>
        </p:nvSpPr>
        <p:spPr>
          <a:xfrm>
            <a:off x="6624000" y="3842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CustomShape 12"/>
          <p:cNvSpPr/>
          <p:nvPr/>
        </p:nvSpPr>
        <p:spPr>
          <a:xfrm>
            <a:off x="6840000" y="4105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CustomShape 13"/>
          <p:cNvSpPr/>
          <p:nvPr/>
        </p:nvSpPr>
        <p:spPr>
          <a:xfrm>
            <a:off x="5184000" y="2233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14"/>
          <p:cNvSpPr/>
          <p:nvPr/>
        </p:nvSpPr>
        <p:spPr>
          <a:xfrm>
            <a:off x="6624000" y="245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8" name="CustomShape 15"/>
          <p:cNvSpPr/>
          <p:nvPr/>
        </p:nvSpPr>
        <p:spPr>
          <a:xfrm>
            <a:off x="6840000" y="271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CustomShape 16"/>
          <p:cNvSpPr/>
          <p:nvPr/>
        </p:nvSpPr>
        <p:spPr>
          <a:xfrm>
            <a:off x="5184000" y="883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17"/>
          <p:cNvSpPr/>
          <p:nvPr/>
        </p:nvSpPr>
        <p:spPr>
          <a:xfrm>
            <a:off x="6624000" y="110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CustomShape 18"/>
          <p:cNvSpPr/>
          <p:nvPr/>
        </p:nvSpPr>
        <p:spPr>
          <a:xfrm>
            <a:off x="6840000" y="136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2" name="CustomShape 19"/>
          <p:cNvSpPr/>
          <p:nvPr/>
        </p:nvSpPr>
        <p:spPr>
          <a:xfrm>
            <a:off x="5184000" y="14544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3" name="CustomShape 20"/>
          <p:cNvSpPr/>
          <p:nvPr/>
        </p:nvSpPr>
        <p:spPr>
          <a:xfrm>
            <a:off x="7847640" y="5319000"/>
            <a:ext cx="2365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4" name="CustomShape 21"/>
          <p:cNvSpPr/>
          <p:nvPr/>
        </p:nvSpPr>
        <p:spPr>
          <a:xfrm>
            <a:off x="6984360" y="4586400"/>
            <a:ext cx="639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5" name="CustomShape 22"/>
          <p:cNvSpPr/>
          <p:nvPr/>
        </p:nvSpPr>
        <p:spPr>
          <a:xfrm>
            <a:off x="6990120" y="3204720"/>
            <a:ext cx="561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6" name="CustomShape 23"/>
          <p:cNvSpPr/>
          <p:nvPr/>
        </p:nvSpPr>
        <p:spPr>
          <a:xfrm>
            <a:off x="6990120" y="1836720"/>
            <a:ext cx="561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7" name="CustomShape 24"/>
          <p:cNvSpPr/>
          <p:nvPr/>
        </p:nvSpPr>
        <p:spPr>
          <a:xfrm>
            <a:off x="7128000" y="447120"/>
            <a:ext cx="637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8" name="CustomShape 25"/>
          <p:cNvSpPr/>
          <p:nvPr/>
        </p:nvSpPr>
        <p:spPr>
          <a:xfrm>
            <a:off x="7775640" y="37980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CustomShape 26"/>
          <p:cNvSpPr/>
          <p:nvPr/>
        </p:nvSpPr>
        <p:spPr>
          <a:xfrm>
            <a:off x="7775640" y="354780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0" name="CustomShape 27"/>
          <p:cNvSpPr/>
          <p:nvPr/>
        </p:nvSpPr>
        <p:spPr>
          <a:xfrm>
            <a:off x="7762320" y="19472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CustomShape 28"/>
          <p:cNvSpPr/>
          <p:nvPr/>
        </p:nvSpPr>
        <p:spPr>
          <a:xfrm>
            <a:off x="288000" y="4608000"/>
            <a:ext cx="2797920" cy="1861920"/>
          </a:xfrm>
          <a:prstGeom prst="rect">
            <a:avLst/>
          </a:prstGeom>
          <a:solidFill>
            <a:srgbClr val="cfe7f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CustomShape 29"/>
          <p:cNvSpPr/>
          <p:nvPr/>
        </p:nvSpPr>
        <p:spPr>
          <a:xfrm>
            <a:off x="1440000" y="5112000"/>
            <a:ext cx="493920" cy="421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3" name="CustomShape 30"/>
          <p:cNvSpPr/>
          <p:nvPr/>
        </p:nvSpPr>
        <p:spPr>
          <a:xfrm>
            <a:off x="1568880" y="4752000"/>
            <a:ext cx="2210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4" name="CustomShape 31"/>
          <p:cNvSpPr/>
          <p:nvPr/>
        </p:nvSpPr>
        <p:spPr>
          <a:xfrm>
            <a:off x="1224000" y="5557680"/>
            <a:ext cx="10569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5" name="CustomShape 32"/>
          <p:cNvSpPr/>
          <p:nvPr/>
        </p:nvSpPr>
        <p:spPr>
          <a:xfrm>
            <a:off x="2232000" y="6061680"/>
            <a:ext cx="783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6" name="CustomShape 33"/>
          <p:cNvSpPr/>
          <p:nvPr/>
        </p:nvSpPr>
        <p:spPr>
          <a:xfrm>
            <a:off x="1944000" y="518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7" name="CustomShape 34"/>
          <p:cNvSpPr/>
          <p:nvPr/>
        </p:nvSpPr>
        <p:spPr>
          <a:xfrm>
            <a:off x="2140920" y="518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8" name="CustomShape 35"/>
          <p:cNvSpPr/>
          <p:nvPr/>
        </p:nvSpPr>
        <p:spPr>
          <a:xfrm>
            <a:off x="2376000" y="518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9" name="Line 36"/>
          <p:cNvSpPr/>
          <p:nvPr/>
        </p:nvSpPr>
        <p:spPr>
          <a:xfrm flipH="1">
            <a:off x="1584000" y="5256000"/>
            <a:ext cx="216000" cy="144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Line 37"/>
          <p:cNvSpPr/>
          <p:nvPr/>
        </p:nvSpPr>
        <p:spPr>
          <a:xfrm flipH="1">
            <a:off x="2016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Line 38"/>
          <p:cNvSpPr/>
          <p:nvPr/>
        </p:nvSpPr>
        <p:spPr>
          <a:xfrm flipH="1">
            <a:off x="2232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Line 39"/>
          <p:cNvSpPr/>
          <p:nvPr/>
        </p:nvSpPr>
        <p:spPr>
          <a:xfrm flipH="1">
            <a:off x="2448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40"/>
          <p:cNvSpPr/>
          <p:nvPr/>
        </p:nvSpPr>
        <p:spPr>
          <a:xfrm>
            <a:off x="2592000" y="519804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4" name="Line 41"/>
          <p:cNvSpPr/>
          <p:nvPr/>
        </p:nvSpPr>
        <p:spPr>
          <a:xfrm>
            <a:off x="8640000" y="614304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Line 42"/>
          <p:cNvSpPr/>
          <p:nvPr/>
        </p:nvSpPr>
        <p:spPr>
          <a:xfrm flipV="1">
            <a:off x="9720000" y="484704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Line 43"/>
          <p:cNvSpPr/>
          <p:nvPr/>
        </p:nvSpPr>
        <p:spPr>
          <a:xfrm flipH="1">
            <a:off x="9144000" y="484704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Line 44"/>
          <p:cNvSpPr/>
          <p:nvPr/>
        </p:nvSpPr>
        <p:spPr>
          <a:xfrm>
            <a:off x="8640000" y="4752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Line 45"/>
          <p:cNvSpPr/>
          <p:nvPr/>
        </p:nvSpPr>
        <p:spPr>
          <a:xfrm flipV="1">
            <a:off x="9720000" y="3456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Line 46"/>
          <p:cNvSpPr/>
          <p:nvPr/>
        </p:nvSpPr>
        <p:spPr>
          <a:xfrm flipH="1">
            <a:off x="9144000" y="3456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Line 47"/>
          <p:cNvSpPr/>
          <p:nvPr/>
        </p:nvSpPr>
        <p:spPr>
          <a:xfrm>
            <a:off x="8658000" y="316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Line 48"/>
          <p:cNvSpPr/>
          <p:nvPr/>
        </p:nvSpPr>
        <p:spPr>
          <a:xfrm flipV="1">
            <a:off x="9738000" y="187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Line 49"/>
          <p:cNvSpPr/>
          <p:nvPr/>
        </p:nvSpPr>
        <p:spPr>
          <a:xfrm flipH="1">
            <a:off x="9162000" y="187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Line 50"/>
          <p:cNvSpPr/>
          <p:nvPr/>
        </p:nvSpPr>
        <p:spPr>
          <a:xfrm>
            <a:off x="8640000" y="165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Line 51"/>
          <p:cNvSpPr/>
          <p:nvPr/>
        </p:nvSpPr>
        <p:spPr>
          <a:xfrm flipV="1">
            <a:off x="9720000" y="36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Line 52"/>
          <p:cNvSpPr/>
          <p:nvPr/>
        </p:nvSpPr>
        <p:spPr>
          <a:xfrm flipH="1">
            <a:off x="9144000" y="36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Line 53"/>
          <p:cNvSpPr/>
          <p:nvPr/>
        </p:nvSpPr>
        <p:spPr>
          <a:xfrm flipH="1">
            <a:off x="475200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Line 54"/>
          <p:cNvSpPr/>
          <p:nvPr/>
        </p:nvSpPr>
        <p:spPr>
          <a:xfrm>
            <a:off x="475200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Line 55"/>
          <p:cNvSpPr/>
          <p:nvPr/>
        </p:nvSpPr>
        <p:spPr>
          <a:xfrm>
            <a:off x="475200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Line 56"/>
          <p:cNvSpPr/>
          <p:nvPr/>
        </p:nvSpPr>
        <p:spPr>
          <a:xfrm flipH="1">
            <a:off x="475200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Line 57"/>
          <p:cNvSpPr/>
          <p:nvPr/>
        </p:nvSpPr>
        <p:spPr>
          <a:xfrm>
            <a:off x="475200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Line 58"/>
          <p:cNvSpPr/>
          <p:nvPr/>
        </p:nvSpPr>
        <p:spPr>
          <a:xfrm>
            <a:off x="475200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Line 59"/>
          <p:cNvSpPr/>
          <p:nvPr/>
        </p:nvSpPr>
        <p:spPr>
          <a:xfrm flipH="1">
            <a:off x="475200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Line 60"/>
          <p:cNvSpPr/>
          <p:nvPr/>
        </p:nvSpPr>
        <p:spPr>
          <a:xfrm>
            <a:off x="475200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Line 61"/>
          <p:cNvSpPr/>
          <p:nvPr/>
        </p:nvSpPr>
        <p:spPr>
          <a:xfrm>
            <a:off x="475200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Line 62"/>
          <p:cNvSpPr/>
          <p:nvPr/>
        </p:nvSpPr>
        <p:spPr>
          <a:xfrm flipH="1">
            <a:off x="475200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Line 63"/>
          <p:cNvSpPr/>
          <p:nvPr/>
        </p:nvSpPr>
        <p:spPr>
          <a:xfrm>
            <a:off x="475200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Line 64"/>
          <p:cNvSpPr/>
          <p:nvPr/>
        </p:nvSpPr>
        <p:spPr>
          <a:xfrm>
            <a:off x="475200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Line 65"/>
          <p:cNvSpPr/>
          <p:nvPr/>
        </p:nvSpPr>
        <p:spPr>
          <a:xfrm flipH="1">
            <a:off x="475200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Line 66"/>
          <p:cNvSpPr/>
          <p:nvPr/>
        </p:nvSpPr>
        <p:spPr>
          <a:xfrm>
            <a:off x="475200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Line 67"/>
          <p:cNvSpPr/>
          <p:nvPr/>
        </p:nvSpPr>
        <p:spPr>
          <a:xfrm>
            <a:off x="475200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CustomShape 68"/>
          <p:cNvSpPr/>
          <p:nvPr/>
        </p:nvSpPr>
        <p:spPr>
          <a:xfrm>
            <a:off x="6840000" y="5904000"/>
            <a:ext cx="783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1152000" y="1797480"/>
            <a:ext cx="7117920" cy="392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3" name="CustomShape 2"/>
          <p:cNvSpPr/>
          <p:nvPr/>
        </p:nvSpPr>
        <p:spPr>
          <a:xfrm>
            <a:off x="-144000" y="137880"/>
            <a:ext cx="5030280" cy="392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fun(0); // 0x1005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7 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 void fun(int i)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//0 //1 //2 //3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9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if(i++ &lt; 3)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//0&lt;3 //1&lt;3 //2&lt;3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printf("In fun(), i = %d\n",i);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//1//2//3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fun(i);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//fun(1); //fun(2); //fun(3)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4" name="CustomShape 3"/>
          <p:cNvSpPr/>
          <p:nvPr/>
        </p:nvSpPr>
        <p:spPr>
          <a:xfrm>
            <a:off x="6051960" y="7142400"/>
            <a:ext cx="12110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5" name="CustomShape 4"/>
          <p:cNvSpPr/>
          <p:nvPr/>
        </p:nvSpPr>
        <p:spPr>
          <a:xfrm>
            <a:off x="6732360" y="553140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6" name="CustomShape 5"/>
          <p:cNvSpPr/>
          <p:nvPr/>
        </p:nvSpPr>
        <p:spPr>
          <a:xfrm>
            <a:off x="5076000" y="7272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6"/>
          <p:cNvSpPr/>
          <p:nvPr/>
        </p:nvSpPr>
        <p:spPr>
          <a:xfrm>
            <a:off x="5148000" y="633672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8" name="CustomShape 7"/>
          <p:cNvSpPr/>
          <p:nvPr/>
        </p:nvSpPr>
        <p:spPr>
          <a:xfrm>
            <a:off x="5148000" y="500400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CustomShape 8"/>
          <p:cNvSpPr/>
          <p:nvPr/>
        </p:nvSpPr>
        <p:spPr>
          <a:xfrm>
            <a:off x="6732000" y="5508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CustomShape 9"/>
          <p:cNvSpPr/>
          <p:nvPr/>
        </p:nvSpPr>
        <p:spPr>
          <a:xfrm>
            <a:off x="6516000" y="52200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1" name="CustomShape 10"/>
          <p:cNvSpPr/>
          <p:nvPr/>
        </p:nvSpPr>
        <p:spPr>
          <a:xfrm>
            <a:off x="5148000" y="361872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CustomShape 11"/>
          <p:cNvSpPr/>
          <p:nvPr/>
        </p:nvSpPr>
        <p:spPr>
          <a:xfrm>
            <a:off x="5436000" y="374472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3" name="CustomShape 12"/>
          <p:cNvSpPr/>
          <p:nvPr/>
        </p:nvSpPr>
        <p:spPr>
          <a:xfrm>
            <a:off x="5364000" y="4104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4" name="CustomShape 13"/>
          <p:cNvSpPr/>
          <p:nvPr/>
        </p:nvSpPr>
        <p:spPr>
          <a:xfrm>
            <a:off x="5173920" y="4534560"/>
            <a:ext cx="9475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5" name="CustomShape 14"/>
          <p:cNvSpPr/>
          <p:nvPr/>
        </p:nvSpPr>
        <p:spPr>
          <a:xfrm>
            <a:off x="6588000" y="38419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6" name="CustomShape 15"/>
          <p:cNvSpPr/>
          <p:nvPr/>
        </p:nvSpPr>
        <p:spPr>
          <a:xfrm>
            <a:off x="6804000" y="4104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7" name="CustomShape 16"/>
          <p:cNvSpPr/>
          <p:nvPr/>
        </p:nvSpPr>
        <p:spPr>
          <a:xfrm>
            <a:off x="5139360" y="21664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CustomShape 17"/>
          <p:cNvSpPr/>
          <p:nvPr/>
        </p:nvSpPr>
        <p:spPr>
          <a:xfrm>
            <a:off x="5436000" y="235872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9" name="CustomShape 18"/>
          <p:cNvSpPr/>
          <p:nvPr/>
        </p:nvSpPr>
        <p:spPr>
          <a:xfrm>
            <a:off x="5364000" y="2718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0" name="CustomShape 19"/>
          <p:cNvSpPr/>
          <p:nvPr/>
        </p:nvSpPr>
        <p:spPr>
          <a:xfrm>
            <a:off x="5173920" y="3148560"/>
            <a:ext cx="85608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1" name="CustomShape 20"/>
          <p:cNvSpPr/>
          <p:nvPr/>
        </p:nvSpPr>
        <p:spPr>
          <a:xfrm>
            <a:off x="6588000" y="24559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CustomShape 21"/>
          <p:cNvSpPr/>
          <p:nvPr/>
        </p:nvSpPr>
        <p:spPr>
          <a:xfrm>
            <a:off x="6804000" y="271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3" name="CustomShape 22"/>
          <p:cNvSpPr/>
          <p:nvPr/>
        </p:nvSpPr>
        <p:spPr>
          <a:xfrm>
            <a:off x="5148000" y="88272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23"/>
          <p:cNvSpPr/>
          <p:nvPr/>
        </p:nvSpPr>
        <p:spPr>
          <a:xfrm>
            <a:off x="5436000" y="100872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5" name="CustomShape 24"/>
          <p:cNvSpPr/>
          <p:nvPr/>
        </p:nvSpPr>
        <p:spPr>
          <a:xfrm>
            <a:off x="5364000" y="1368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CustomShape 25"/>
          <p:cNvSpPr/>
          <p:nvPr/>
        </p:nvSpPr>
        <p:spPr>
          <a:xfrm>
            <a:off x="5173920" y="1798560"/>
            <a:ext cx="9475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7" name="CustomShape 26"/>
          <p:cNvSpPr/>
          <p:nvPr/>
        </p:nvSpPr>
        <p:spPr>
          <a:xfrm>
            <a:off x="6588000" y="11059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CustomShape 27"/>
          <p:cNvSpPr/>
          <p:nvPr/>
        </p:nvSpPr>
        <p:spPr>
          <a:xfrm>
            <a:off x="6804000" y="136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9" name="CustomShape 28"/>
          <p:cNvSpPr/>
          <p:nvPr/>
        </p:nvSpPr>
        <p:spPr>
          <a:xfrm>
            <a:off x="5148000" y="14472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.....................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0" name="CustomShape 29"/>
          <p:cNvSpPr/>
          <p:nvPr/>
        </p:nvSpPr>
        <p:spPr>
          <a:xfrm>
            <a:off x="7884000" y="5282640"/>
            <a:ext cx="2365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fun(0);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1" name="CustomShape 30"/>
          <p:cNvSpPr/>
          <p:nvPr/>
        </p:nvSpPr>
        <p:spPr>
          <a:xfrm>
            <a:off x="6948360" y="4585680"/>
            <a:ext cx="603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2" name="CustomShape 31"/>
          <p:cNvSpPr/>
          <p:nvPr/>
        </p:nvSpPr>
        <p:spPr>
          <a:xfrm>
            <a:off x="6954120" y="3204000"/>
            <a:ext cx="525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3" name="CustomShape 32"/>
          <p:cNvSpPr/>
          <p:nvPr/>
        </p:nvSpPr>
        <p:spPr>
          <a:xfrm>
            <a:off x="6954120" y="1836000"/>
            <a:ext cx="669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4" name="CustomShape 33"/>
          <p:cNvSpPr/>
          <p:nvPr/>
        </p:nvSpPr>
        <p:spPr>
          <a:xfrm>
            <a:off x="7092000" y="446400"/>
            <a:ext cx="531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5" name="CustomShape 34"/>
          <p:cNvSpPr/>
          <p:nvPr/>
        </p:nvSpPr>
        <p:spPr>
          <a:xfrm>
            <a:off x="7740000" y="52416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6" name="CustomShape 35"/>
          <p:cNvSpPr/>
          <p:nvPr/>
        </p:nvSpPr>
        <p:spPr>
          <a:xfrm>
            <a:off x="7740000" y="34394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CustomShape 36"/>
          <p:cNvSpPr/>
          <p:nvPr/>
        </p:nvSpPr>
        <p:spPr>
          <a:xfrm>
            <a:off x="7726320" y="19994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CustomShape 37"/>
          <p:cNvSpPr/>
          <p:nvPr/>
        </p:nvSpPr>
        <p:spPr>
          <a:xfrm>
            <a:off x="9639360" y="1332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89" name="Line 38"/>
          <p:cNvSpPr/>
          <p:nvPr/>
        </p:nvSpPr>
        <p:spPr>
          <a:xfrm flipH="1">
            <a:off x="5400000" y="4176000"/>
            <a:ext cx="360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Line 39"/>
          <p:cNvSpPr/>
          <p:nvPr/>
        </p:nvSpPr>
        <p:spPr>
          <a:xfrm flipH="1">
            <a:off x="5436360" y="2809080"/>
            <a:ext cx="323640" cy="2332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Line 40"/>
          <p:cNvSpPr/>
          <p:nvPr/>
        </p:nvSpPr>
        <p:spPr>
          <a:xfrm flipH="1">
            <a:off x="5435640" y="1440000"/>
            <a:ext cx="32436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CustomShape 41"/>
          <p:cNvSpPr/>
          <p:nvPr/>
        </p:nvSpPr>
        <p:spPr>
          <a:xfrm>
            <a:off x="5760000" y="4104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3" name="CustomShape 42"/>
          <p:cNvSpPr/>
          <p:nvPr/>
        </p:nvSpPr>
        <p:spPr>
          <a:xfrm>
            <a:off x="5812920" y="271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4" name="CustomShape 43"/>
          <p:cNvSpPr/>
          <p:nvPr/>
        </p:nvSpPr>
        <p:spPr>
          <a:xfrm>
            <a:off x="5795640" y="136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5" name="Line 44"/>
          <p:cNvSpPr/>
          <p:nvPr/>
        </p:nvSpPr>
        <p:spPr>
          <a:xfrm>
            <a:off x="8640000" y="612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Line 45"/>
          <p:cNvSpPr/>
          <p:nvPr/>
        </p:nvSpPr>
        <p:spPr>
          <a:xfrm flipV="1">
            <a:off x="9720000" y="482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Line 46"/>
          <p:cNvSpPr/>
          <p:nvPr/>
        </p:nvSpPr>
        <p:spPr>
          <a:xfrm flipH="1">
            <a:off x="9144000" y="482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Line 47"/>
          <p:cNvSpPr/>
          <p:nvPr/>
        </p:nvSpPr>
        <p:spPr>
          <a:xfrm>
            <a:off x="8640000" y="468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Line 48"/>
          <p:cNvSpPr/>
          <p:nvPr/>
        </p:nvSpPr>
        <p:spPr>
          <a:xfrm flipV="1">
            <a:off x="9720000" y="338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Line 49"/>
          <p:cNvSpPr/>
          <p:nvPr/>
        </p:nvSpPr>
        <p:spPr>
          <a:xfrm flipH="1">
            <a:off x="9144000" y="338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Line 50"/>
          <p:cNvSpPr/>
          <p:nvPr/>
        </p:nvSpPr>
        <p:spPr>
          <a:xfrm>
            <a:off x="8640000" y="324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Line 51"/>
          <p:cNvSpPr/>
          <p:nvPr/>
        </p:nvSpPr>
        <p:spPr>
          <a:xfrm flipV="1">
            <a:off x="9720000" y="194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Line 52"/>
          <p:cNvSpPr/>
          <p:nvPr/>
        </p:nvSpPr>
        <p:spPr>
          <a:xfrm flipH="1">
            <a:off x="9144000" y="194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Line 53"/>
          <p:cNvSpPr/>
          <p:nvPr/>
        </p:nvSpPr>
        <p:spPr>
          <a:xfrm>
            <a:off x="8640000" y="172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Line 54"/>
          <p:cNvSpPr/>
          <p:nvPr/>
        </p:nvSpPr>
        <p:spPr>
          <a:xfrm flipV="1">
            <a:off x="9720000" y="43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Line 55"/>
          <p:cNvSpPr/>
          <p:nvPr/>
        </p:nvSpPr>
        <p:spPr>
          <a:xfrm flipH="1">
            <a:off x="9144000" y="43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Line 56"/>
          <p:cNvSpPr/>
          <p:nvPr/>
        </p:nvSpPr>
        <p:spPr>
          <a:xfrm flipH="1">
            <a:off x="4716360" y="36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Line 57"/>
          <p:cNvSpPr/>
          <p:nvPr/>
        </p:nvSpPr>
        <p:spPr>
          <a:xfrm>
            <a:off x="4716360" y="36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Line 58"/>
          <p:cNvSpPr/>
          <p:nvPr/>
        </p:nvSpPr>
        <p:spPr>
          <a:xfrm>
            <a:off x="4716360" y="151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Line 59"/>
          <p:cNvSpPr/>
          <p:nvPr/>
        </p:nvSpPr>
        <p:spPr>
          <a:xfrm flipH="1">
            <a:off x="4716360" y="165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Line 60"/>
          <p:cNvSpPr/>
          <p:nvPr/>
        </p:nvSpPr>
        <p:spPr>
          <a:xfrm>
            <a:off x="4716360" y="165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Line 61"/>
          <p:cNvSpPr/>
          <p:nvPr/>
        </p:nvSpPr>
        <p:spPr>
          <a:xfrm>
            <a:off x="4716360" y="280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Line 62"/>
          <p:cNvSpPr/>
          <p:nvPr/>
        </p:nvSpPr>
        <p:spPr>
          <a:xfrm flipH="1">
            <a:off x="4716360" y="424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Line 63"/>
          <p:cNvSpPr/>
          <p:nvPr/>
        </p:nvSpPr>
        <p:spPr>
          <a:xfrm>
            <a:off x="4716360" y="424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Line 64"/>
          <p:cNvSpPr/>
          <p:nvPr/>
        </p:nvSpPr>
        <p:spPr>
          <a:xfrm>
            <a:off x="4716360" y="540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Line 65"/>
          <p:cNvSpPr/>
          <p:nvPr/>
        </p:nvSpPr>
        <p:spPr>
          <a:xfrm flipH="1">
            <a:off x="4716360" y="295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Line 66"/>
          <p:cNvSpPr/>
          <p:nvPr/>
        </p:nvSpPr>
        <p:spPr>
          <a:xfrm>
            <a:off x="4716360" y="295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Line 67"/>
          <p:cNvSpPr/>
          <p:nvPr/>
        </p:nvSpPr>
        <p:spPr>
          <a:xfrm>
            <a:off x="4716360" y="410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Line 68"/>
          <p:cNvSpPr/>
          <p:nvPr/>
        </p:nvSpPr>
        <p:spPr>
          <a:xfrm flipH="1">
            <a:off x="4716360" y="554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Line 69"/>
          <p:cNvSpPr/>
          <p:nvPr/>
        </p:nvSpPr>
        <p:spPr>
          <a:xfrm>
            <a:off x="4716360" y="554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Line 70"/>
          <p:cNvSpPr/>
          <p:nvPr/>
        </p:nvSpPr>
        <p:spPr>
          <a:xfrm>
            <a:off x="4716360" y="669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71"/>
          <p:cNvSpPr/>
          <p:nvPr/>
        </p:nvSpPr>
        <p:spPr>
          <a:xfrm>
            <a:off x="6781680" y="5923440"/>
            <a:ext cx="783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72000" y="126000"/>
            <a:ext cx="4886280" cy="468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n);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main(),before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printf("\nIn main(),after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n)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printf("%d  ",n);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printf("\nHello...");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4" name="CustomShape 2"/>
          <p:cNvSpPr/>
          <p:nvPr/>
        </p:nvSpPr>
        <p:spPr>
          <a:xfrm>
            <a:off x="6696360" y="553212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5" name="CustomShape 3"/>
          <p:cNvSpPr/>
          <p:nvPr/>
        </p:nvSpPr>
        <p:spPr>
          <a:xfrm>
            <a:off x="5040000" y="7344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CustomShape 4"/>
          <p:cNvSpPr/>
          <p:nvPr/>
        </p:nvSpPr>
        <p:spPr>
          <a:xfrm>
            <a:off x="5112000" y="633744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7" name="CustomShape 5"/>
          <p:cNvSpPr/>
          <p:nvPr/>
        </p:nvSpPr>
        <p:spPr>
          <a:xfrm>
            <a:off x="5112000" y="500472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CustomShape 6"/>
          <p:cNvSpPr/>
          <p:nvPr/>
        </p:nvSpPr>
        <p:spPr>
          <a:xfrm>
            <a:off x="6696000" y="550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9" name="CustomShape 7"/>
          <p:cNvSpPr/>
          <p:nvPr/>
        </p:nvSpPr>
        <p:spPr>
          <a:xfrm>
            <a:off x="6480000" y="52207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CustomShape 8"/>
          <p:cNvSpPr/>
          <p:nvPr/>
        </p:nvSpPr>
        <p:spPr>
          <a:xfrm>
            <a:off x="5112000" y="3619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CustomShape 9"/>
          <p:cNvSpPr/>
          <p:nvPr/>
        </p:nvSpPr>
        <p:spPr>
          <a:xfrm>
            <a:off x="6552000" y="3842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CustomShape 10"/>
          <p:cNvSpPr/>
          <p:nvPr/>
        </p:nvSpPr>
        <p:spPr>
          <a:xfrm>
            <a:off x="6768000" y="4105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CustomShape 11"/>
          <p:cNvSpPr/>
          <p:nvPr/>
        </p:nvSpPr>
        <p:spPr>
          <a:xfrm>
            <a:off x="5120640" y="222732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CustomShape 12"/>
          <p:cNvSpPr/>
          <p:nvPr/>
        </p:nvSpPr>
        <p:spPr>
          <a:xfrm>
            <a:off x="6552000" y="245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5" name="CustomShape 13"/>
          <p:cNvSpPr/>
          <p:nvPr/>
        </p:nvSpPr>
        <p:spPr>
          <a:xfrm>
            <a:off x="6768000" y="271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6" name="CustomShape 14"/>
          <p:cNvSpPr/>
          <p:nvPr/>
        </p:nvSpPr>
        <p:spPr>
          <a:xfrm>
            <a:off x="5112000" y="883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CustomShape 15"/>
          <p:cNvSpPr/>
          <p:nvPr/>
        </p:nvSpPr>
        <p:spPr>
          <a:xfrm>
            <a:off x="6552000" y="110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CustomShape 16"/>
          <p:cNvSpPr/>
          <p:nvPr/>
        </p:nvSpPr>
        <p:spPr>
          <a:xfrm>
            <a:off x="6768000" y="136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9" name="CustomShape 17"/>
          <p:cNvSpPr/>
          <p:nvPr/>
        </p:nvSpPr>
        <p:spPr>
          <a:xfrm>
            <a:off x="5112000" y="14544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0" name="CustomShape 18"/>
          <p:cNvSpPr/>
          <p:nvPr/>
        </p:nvSpPr>
        <p:spPr>
          <a:xfrm>
            <a:off x="6912360" y="4586400"/>
            <a:ext cx="711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1" name="CustomShape 19"/>
          <p:cNvSpPr/>
          <p:nvPr/>
        </p:nvSpPr>
        <p:spPr>
          <a:xfrm>
            <a:off x="6918120" y="3204720"/>
            <a:ext cx="633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2" name="CustomShape 20"/>
          <p:cNvSpPr/>
          <p:nvPr/>
        </p:nvSpPr>
        <p:spPr>
          <a:xfrm>
            <a:off x="6918120" y="1836720"/>
            <a:ext cx="633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3" name="CustomShape 21"/>
          <p:cNvSpPr/>
          <p:nvPr/>
        </p:nvSpPr>
        <p:spPr>
          <a:xfrm>
            <a:off x="6918480" y="447120"/>
            <a:ext cx="70488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4" name="CustomShape 22"/>
          <p:cNvSpPr/>
          <p:nvPr/>
        </p:nvSpPr>
        <p:spPr>
          <a:xfrm>
            <a:off x="5944320" y="7142400"/>
            <a:ext cx="10306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5" name="CustomShape 23"/>
          <p:cNvSpPr/>
          <p:nvPr/>
        </p:nvSpPr>
        <p:spPr>
          <a:xfrm>
            <a:off x="9576000" y="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46" name="CustomShape 24"/>
          <p:cNvSpPr/>
          <p:nvPr/>
        </p:nvSpPr>
        <p:spPr>
          <a:xfrm>
            <a:off x="5328000" y="4104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7" name="CustomShape 25"/>
          <p:cNvSpPr/>
          <p:nvPr/>
        </p:nvSpPr>
        <p:spPr>
          <a:xfrm>
            <a:off x="5328000" y="2718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8" name="CustomShape 26"/>
          <p:cNvSpPr/>
          <p:nvPr/>
        </p:nvSpPr>
        <p:spPr>
          <a:xfrm>
            <a:off x="5328360" y="1296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9" name="CustomShape 27"/>
          <p:cNvSpPr/>
          <p:nvPr/>
        </p:nvSpPr>
        <p:spPr>
          <a:xfrm>
            <a:off x="5328000" y="14544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0" name="Line 28"/>
          <p:cNvSpPr/>
          <p:nvPr/>
        </p:nvSpPr>
        <p:spPr>
          <a:xfrm flipH="1">
            <a:off x="5400000" y="4176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Line 29"/>
          <p:cNvSpPr/>
          <p:nvPr/>
        </p:nvSpPr>
        <p:spPr>
          <a:xfrm flipH="1">
            <a:off x="5400000" y="28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Line 30"/>
          <p:cNvSpPr/>
          <p:nvPr/>
        </p:nvSpPr>
        <p:spPr>
          <a:xfrm flipH="1">
            <a:off x="5400000" y="136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CustomShape 31"/>
          <p:cNvSpPr/>
          <p:nvPr/>
        </p:nvSpPr>
        <p:spPr>
          <a:xfrm>
            <a:off x="5759640" y="4104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4" name="CustomShape 32"/>
          <p:cNvSpPr/>
          <p:nvPr/>
        </p:nvSpPr>
        <p:spPr>
          <a:xfrm>
            <a:off x="5759640" y="271836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5" name="CustomShape 33"/>
          <p:cNvSpPr/>
          <p:nvPr/>
        </p:nvSpPr>
        <p:spPr>
          <a:xfrm>
            <a:off x="5760000" y="130968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CustomShape 34"/>
          <p:cNvSpPr/>
          <p:nvPr/>
        </p:nvSpPr>
        <p:spPr>
          <a:xfrm>
            <a:off x="6768000" y="5918760"/>
            <a:ext cx="783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7" name="CustomShape 35"/>
          <p:cNvSpPr/>
          <p:nvPr/>
        </p:nvSpPr>
        <p:spPr>
          <a:xfrm>
            <a:off x="7703640" y="5040000"/>
            <a:ext cx="2510280" cy="113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pf("In main(),before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pf("\nIn main(),after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8" name="CustomShape 36"/>
          <p:cNvSpPr/>
          <p:nvPr/>
        </p:nvSpPr>
        <p:spPr>
          <a:xfrm>
            <a:off x="7848000" y="3672000"/>
            <a:ext cx="1430280" cy="107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9" name="CustomShape 37"/>
          <p:cNvSpPr/>
          <p:nvPr/>
        </p:nvSpPr>
        <p:spPr>
          <a:xfrm>
            <a:off x="7848000" y="2304000"/>
            <a:ext cx="1430280" cy="107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0" name="CustomShape 38"/>
          <p:cNvSpPr/>
          <p:nvPr/>
        </p:nvSpPr>
        <p:spPr>
          <a:xfrm>
            <a:off x="7848000" y="936000"/>
            <a:ext cx="1430280" cy="107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1" name="CustomShape 39"/>
          <p:cNvSpPr/>
          <p:nvPr/>
        </p:nvSpPr>
        <p:spPr>
          <a:xfrm>
            <a:off x="5400000" y="3744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CustomShape 40"/>
          <p:cNvSpPr/>
          <p:nvPr/>
        </p:nvSpPr>
        <p:spPr>
          <a:xfrm>
            <a:off x="5112000" y="4477680"/>
            <a:ext cx="91800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3" name="CustomShape 41"/>
          <p:cNvSpPr/>
          <p:nvPr/>
        </p:nvSpPr>
        <p:spPr>
          <a:xfrm>
            <a:off x="5184000" y="3096000"/>
            <a:ext cx="93744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4" name="CustomShape 42"/>
          <p:cNvSpPr/>
          <p:nvPr/>
        </p:nvSpPr>
        <p:spPr>
          <a:xfrm>
            <a:off x="5184000" y="1653840"/>
            <a:ext cx="93744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5" name="CustomShape 43"/>
          <p:cNvSpPr/>
          <p:nvPr/>
        </p:nvSpPr>
        <p:spPr>
          <a:xfrm>
            <a:off x="5137920" y="502920"/>
            <a:ext cx="98352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0x6000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6" name="CustomShape 44"/>
          <p:cNvSpPr/>
          <p:nvPr/>
        </p:nvSpPr>
        <p:spPr>
          <a:xfrm>
            <a:off x="5400000" y="23720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7" name="CustomShape 45"/>
          <p:cNvSpPr/>
          <p:nvPr/>
        </p:nvSpPr>
        <p:spPr>
          <a:xfrm>
            <a:off x="5400000" y="936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8" name="CustomShape 46"/>
          <p:cNvSpPr/>
          <p:nvPr/>
        </p:nvSpPr>
        <p:spPr>
          <a:xfrm>
            <a:off x="7560000" y="465840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9" name="CustomShape 47"/>
          <p:cNvSpPr/>
          <p:nvPr/>
        </p:nvSpPr>
        <p:spPr>
          <a:xfrm>
            <a:off x="7560000" y="327312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0" name="CustomShape 48"/>
          <p:cNvSpPr/>
          <p:nvPr/>
        </p:nvSpPr>
        <p:spPr>
          <a:xfrm>
            <a:off x="7560000" y="188568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1" name="Line 49"/>
          <p:cNvSpPr/>
          <p:nvPr/>
        </p:nvSpPr>
        <p:spPr>
          <a:xfrm>
            <a:off x="8784000" y="4464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Line 50"/>
          <p:cNvSpPr/>
          <p:nvPr/>
        </p:nvSpPr>
        <p:spPr>
          <a:xfrm flipV="1">
            <a:off x="9864000" y="3168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Line 51"/>
          <p:cNvSpPr/>
          <p:nvPr/>
        </p:nvSpPr>
        <p:spPr>
          <a:xfrm flipH="1">
            <a:off x="9288000" y="3168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Line 52"/>
          <p:cNvSpPr/>
          <p:nvPr/>
        </p:nvSpPr>
        <p:spPr>
          <a:xfrm>
            <a:off x="8784000" y="309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Line 53"/>
          <p:cNvSpPr/>
          <p:nvPr/>
        </p:nvSpPr>
        <p:spPr>
          <a:xfrm flipV="1">
            <a:off x="9864000" y="180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Line 54"/>
          <p:cNvSpPr/>
          <p:nvPr/>
        </p:nvSpPr>
        <p:spPr>
          <a:xfrm flipH="1">
            <a:off x="9288000" y="180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Line 55"/>
          <p:cNvSpPr/>
          <p:nvPr/>
        </p:nvSpPr>
        <p:spPr>
          <a:xfrm>
            <a:off x="8784000" y="165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Line 56"/>
          <p:cNvSpPr/>
          <p:nvPr/>
        </p:nvSpPr>
        <p:spPr>
          <a:xfrm flipV="1">
            <a:off x="9864000" y="36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Line 57"/>
          <p:cNvSpPr/>
          <p:nvPr/>
        </p:nvSpPr>
        <p:spPr>
          <a:xfrm flipH="1">
            <a:off x="9288000" y="36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Line 58"/>
          <p:cNvSpPr/>
          <p:nvPr/>
        </p:nvSpPr>
        <p:spPr>
          <a:xfrm flipH="1">
            <a:off x="4680000" y="502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Line 59"/>
          <p:cNvSpPr/>
          <p:nvPr/>
        </p:nvSpPr>
        <p:spPr>
          <a:xfrm>
            <a:off x="4680000" y="502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Line 60"/>
          <p:cNvSpPr/>
          <p:nvPr/>
        </p:nvSpPr>
        <p:spPr>
          <a:xfrm>
            <a:off x="4680000" y="1654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Line 61"/>
          <p:cNvSpPr/>
          <p:nvPr/>
        </p:nvSpPr>
        <p:spPr>
          <a:xfrm flipH="1">
            <a:off x="4680000" y="1798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Line 62"/>
          <p:cNvSpPr/>
          <p:nvPr/>
        </p:nvSpPr>
        <p:spPr>
          <a:xfrm>
            <a:off x="4680000" y="1798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Line 63"/>
          <p:cNvSpPr/>
          <p:nvPr/>
        </p:nvSpPr>
        <p:spPr>
          <a:xfrm>
            <a:off x="4680000" y="2950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Line 64"/>
          <p:cNvSpPr/>
          <p:nvPr/>
        </p:nvSpPr>
        <p:spPr>
          <a:xfrm flipH="1">
            <a:off x="4680000" y="4390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Line 65"/>
          <p:cNvSpPr/>
          <p:nvPr/>
        </p:nvSpPr>
        <p:spPr>
          <a:xfrm>
            <a:off x="4680000" y="4390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Line 66"/>
          <p:cNvSpPr/>
          <p:nvPr/>
        </p:nvSpPr>
        <p:spPr>
          <a:xfrm>
            <a:off x="4680000" y="5542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Line 67"/>
          <p:cNvSpPr/>
          <p:nvPr/>
        </p:nvSpPr>
        <p:spPr>
          <a:xfrm flipH="1">
            <a:off x="4680000" y="3094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Line 68"/>
          <p:cNvSpPr/>
          <p:nvPr/>
        </p:nvSpPr>
        <p:spPr>
          <a:xfrm>
            <a:off x="4680000" y="3094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Line 69"/>
          <p:cNvSpPr/>
          <p:nvPr/>
        </p:nvSpPr>
        <p:spPr>
          <a:xfrm>
            <a:off x="4680000" y="4246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Line 70"/>
          <p:cNvSpPr/>
          <p:nvPr/>
        </p:nvSpPr>
        <p:spPr>
          <a:xfrm flipH="1">
            <a:off x="4680000" y="5686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Line 71"/>
          <p:cNvSpPr/>
          <p:nvPr/>
        </p:nvSpPr>
        <p:spPr>
          <a:xfrm>
            <a:off x="4680000" y="5686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Line 72"/>
          <p:cNvSpPr/>
          <p:nvPr/>
        </p:nvSpPr>
        <p:spPr>
          <a:xfrm>
            <a:off x="4680000" y="6838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CustomShape 73"/>
          <p:cNvSpPr/>
          <p:nvPr/>
        </p:nvSpPr>
        <p:spPr>
          <a:xfrm>
            <a:off x="7769160" y="30816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CustomShape 1"/>
          <p:cNvSpPr/>
          <p:nvPr/>
        </p:nvSpPr>
        <p:spPr>
          <a:xfrm>
            <a:off x="-10080" y="144000"/>
            <a:ext cx="6192360" cy="468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printf("In main(),before fun()\n");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printf("\nIn main(),after fun()\n");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void fun(int n)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//3 //2 //1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fun(--n);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//fun(2) //fun(1) //fun(0)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    printf("%d  ",n);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//0 //1 //2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printf("\nHello...");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97" name="CustomShape 2"/>
          <p:cNvSpPr/>
          <p:nvPr/>
        </p:nvSpPr>
        <p:spPr>
          <a:xfrm>
            <a:off x="6696360" y="549684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8" name="CustomShape 3"/>
          <p:cNvSpPr/>
          <p:nvPr/>
        </p:nvSpPr>
        <p:spPr>
          <a:xfrm>
            <a:off x="5040000" y="3816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ustomShape 4"/>
          <p:cNvSpPr/>
          <p:nvPr/>
        </p:nvSpPr>
        <p:spPr>
          <a:xfrm>
            <a:off x="5112000" y="630216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0" name="CustomShape 5"/>
          <p:cNvSpPr/>
          <p:nvPr/>
        </p:nvSpPr>
        <p:spPr>
          <a:xfrm>
            <a:off x="5112000" y="496944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CustomShape 6"/>
          <p:cNvSpPr/>
          <p:nvPr/>
        </p:nvSpPr>
        <p:spPr>
          <a:xfrm>
            <a:off x="6696000" y="5473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2" name="CustomShape 7"/>
          <p:cNvSpPr/>
          <p:nvPr/>
        </p:nvSpPr>
        <p:spPr>
          <a:xfrm>
            <a:off x="6480000" y="51854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3" name="CustomShape 8"/>
          <p:cNvSpPr/>
          <p:nvPr/>
        </p:nvSpPr>
        <p:spPr>
          <a:xfrm>
            <a:off x="5112000" y="35841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CustomShape 9"/>
          <p:cNvSpPr/>
          <p:nvPr/>
        </p:nvSpPr>
        <p:spPr>
          <a:xfrm>
            <a:off x="6552000" y="3807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5" name="CustomShape 10"/>
          <p:cNvSpPr/>
          <p:nvPr/>
        </p:nvSpPr>
        <p:spPr>
          <a:xfrm>
            <a:off x="6768000" y="40701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6" name="CustomShape 11"/>
          <p:cNvSpPr/>
          <p:nvPr/>
        </p:nvSpPr>
        <p:spPr>
          <a:xfrm>
            <a:off x="5112000" y="21981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CustomShape 12"/>
          <p:cNvSpPr/>
          <p:nvPr/>
        </p:nvSpPr>
        <p:spPr>
          <a:xfrm>
            <a:off x="6552000" y="2421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8" name="CustomShape 13"/>
          <p:cNvSpPr/>
          <p:nvPr/>
        </p:nvSpPr>
        <p:spPr>
          <a:xfrm>
            <a:off x="6768000" y="26841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9" name="CustomShape 14"/>
          <p:cNvSpPr/>
          <p:nvPr/>
        </p:nvSpPr>
        <p:spPr>
          <a:xfrm>
            <a:off x="5112000" y="8481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CustomShape 15"/>
          <p:cNvSpPr/>
          <p:nvPr/>
        </p:nvSpPr>
        <p:spPr>
          <a:xfrm>
            <a:off x="6552000" y="1071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1" name="CustomShape 16"/>
          <p:cNvSpPr/>
          <p:nvPr/>
        </p:nvSpPr>
        <p:spPr>
          <a:xfrm>
            <a:off x="6768000" y="13341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2" name="CustomShape 17"/>
          <p:cNvSpPr/>
          <p:nvPr/>
        </p:nvSpPr>
        <p:spPr>
          <a:xfrm>
            <a:off x="5112000" y="11016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3" name="CustomShape 18"/>
          <p:cNvSpPr/>
          <p:nvPr/>
        </p:nvSpPr>
        <p:spPr>
          <a:xfrm>
            <a:off x="6912360" y="4551120"/>
            <a:ext cx="711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4" name="CustomShape 19"/>
          <p:cNvSpPr/>
          <p:nvPr/>
        </p:nvSpPr>
        <p:spPr>
          <a:xfrm>
            <a:off x="6918120" y="3169440"/>
            <a:ext cx="775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5" name="CustomShape 20"/>
          <p:cNvSpPr/>
          <p:nvPr/>
        </p:nvSpPr>
        <p:spPr>
          <a:xfrm>
            <a:off x="6918120" y="1801440"/>
            <a:ext cx="847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CustomShape 21"/>
          <p:cNvSpPr/>
          <p:nvPr/>
        </p:nvSpPr>
        <p:spPr>
          <a:xfrm>
            <a:off x="6918480" y="411840"/>
            <a:ext cx="7754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7" name="CustomShape 22"/>
          <p:cNvSpPr/>
          <p:nvPr/>
        </p:nvSpPr>
        <p:spPr>
          <a:xfrm>
            <a:off x="5944320" y="7107120"/>
            <a:ext cx="9586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8" name="CustomShape 23"/>
          <p:cNvSpPr/>
          <p:nvPr/>
        </p:nvSpPr>
        <p:spPr>
          <a:xfrm>
            <a:off x="5328000" y="406944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9" name="CustomShape 24"/>
          <p:cNvSpPr/>
          <p:nvPr/>
        </p:nvSpPr>
        <p:spPr>
          <a:xfrm>
            <a:off x="5328000" y="268308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0" name="CustomShape 25"/>
          <p:cNvSpPr/>
          <p:nvPr/>
        </p:nvSpPr>
        <p:spPr>
          <a:xfrm>
            <a:off x="5328360" y="126108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1" name="CustomShape 26"/>
          <p:cNvSpPr/>
          <p:nvPr/>
        </p:nvSpPr>
        <p:spPr>
          <a:xfrm>
            <a:off x="5328000" y="1101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2" name="Line 27"/>
          <p:cNvSpPr/>
          <p:nvPr/>
        </p:nvSpPr>
        <p:spPr>
          <a:xfrm flipH="1">
            <a:off x="5400000" y="4140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Line 28"/>
          <p:cNvSpPr/>
          <p:nvPr/>
        </p:nvSpPr>
        <p:spPr>
          <a:xfrm flipH="1">
            <a:off x="5400000" y="2772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Line 29"/>
          <p:cNvSpPr/>
          <p:nvPr/>
        </p:nvSpPr>
        <p:spPr>
          <a:xfrm flipH="1">
            <a:off x="5400000" y="1332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CustomShape 30"/>
          <p:cNvSpPr/>
          <p:nvPr/>
        </p:nvSpPr>
        <p:spPr>
          <a:xfrm>
            <a:off x="5759640" y="406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6" name="CustomShape 31"/>
          <p:cNvSpPr/>
          <p:nvPr/>
        </p:nvSpPr>
        <p:spPr>
          <a:xfrm>
            <a:off x="5759640" y="268308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7" name="CustomShape 32"/>
          <p:cNvSpPr/>
          <p:nvPr/>
        </p:nvSpPr>
        <p:spPr>
          <a:xfrm>
            <a:off x="5760000" y="12744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8" name="CustomShape 33"/>
          <p:cNvSpPr/>
          <p:nvPr/>
        </p:nvSpPr>
        <p:spPr>
          <a:xfrm>
            <a:off x="6768000" y="5883480"/>
            <a:ext cx="66492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9" name="CustomShape 34"/>
          <p:cNvSpPr/>
          <p:nvPr/>
        </p:nvSpPr>
        <p:spPr>
          <a:xfrm>
            <a:off x="5400000" y="370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0" name="CustomShape 35"/>
          <p:cNvSpPr/>
          <p:nvPr/>
        </p:nvSpPr>
        <p:spPr>
          <a:xfrm>
            <a:off x="5112000" y="444240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1" name="CustomShape 36"/>
          <p:cNvSpPr/>
          <p:nvPr/>
        </p:nvSpPr>
        <p:spPr>
          <a:xfrm>
            <a:off x="5184000" y="306072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2" name="CustomShape 37"/>
          <p:cNvSpPr/>
          <p:nvPr/>
        </p:nvSpPr>
        <p:spPr>
          <a:xfrm>
            <a:off x="5184000" y="161856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3" name="CustomShape 38"/>
          <p:cNvSpPr/>
          <p:nvPr/>
        </p:nvSpPr>
        <p:spPr>
          <a:xfrm>
            <a:off x="5137920" y="46764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0x6000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4" name="CustomShape 39"/>
          <p:cNvSpPr/>
          <p:nvPr/>
        </p:nvSpPr>
        <p:spPr>
          <a:xfrm>
            <a:off x="5400000" y="233676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5" name="CustomShape 40"/>
          <p:cNvSpPr/>
          <p:nvPr/>
        </p:nvSpPr>
        <p:spPr>
          <a:xfrm>
            <a:off x="5400000" y="900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6" name="CustomShape 41"/>
          <p:cNvSpPr/>
          <p:nvPr/>
        </p:nvSpPr>
        <p:spPr>
          <a:xfrm>
            <a:off x="7703640" y="5040000"/>
            <a:ext cx="2510280" cy="113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pf("In main(),before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pf("\nIn main(),after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7" name="CustomShape 42"/>
          <p:cNvSpPr/>
          <p:nvPr/>
        </p:nvSpPr>
        <p:spPr>
          <a:xfrm>
            <a:off x="7775640" y="3606840"/>
            <a:ext cx="1430280" cy="127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8" name="CustomShape 43"/>
          <p:cNvSpPr/>
          <p:nvPr/>
        </p:nvSpPr>
        <p:spPr>
          <a:xfrm>
            <a:off x="7776000" y="2166840"/>
            <a:ext cx="1430280" cy="127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9" name="CustomShape 44"/>
          <p:cNvSpPr/>
          <p:nvPr/>
        </p:nvSpPr>
        <p:spPr>
          <a:xfrm>
            <a:off x="7776000" y="864000"/>
            <a:ext cx="1430280" cy="127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0" name="Line 45"/>
          <p:cNvSpPr/>
          <p:nvPr/>
        </p:nvSpPr>
        <p:spPr>
          <a:xfrm>
            <a:off x="8712000" y="417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Line 46"/>
          <p:cNvSpPr/>
          <p:nvPr/>
        </p:nvSpPr>
        <p:spPr>
          <a:xfrm flipV="1">
            <a:off x="9792000" y="288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Line 47"/>
          <p:cNvSpPr/>
          <p:nvPr/>
        </p:nvSpPr>
        <p:spPr>
          <a:xfrm flipH="1">
            <a:off x="9216000" y="288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Line 48"/>
          <p:cNvSpPr/>
          <p:nvPr/>
        </p:nvSpPr>
        <p:spPr>
          <a:xfrm flipV="1">
            <a:off x="9792000" y="144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Line 49"/>
          <p:cNvSpPr/>
          <p:nvPr/>
        </p:nvSpPr>
        <p:spPr>
          <a:xfrm flipH="1">
            <a:off x="9216000" y="144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Line 50"/>
          <p:cNvSpPr/>
          <p:nvPr/>
        </p:nvSpPr>
        <p:spPr>
          <a:xfrm>
            <a:off x="8712000" y="273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Line 51"/>
          <p:cNvSpPr/>
          <p:nvPr/>
        </p:nvSpPr>
        <p:spPr>
          <a:xfrm>
            <a:off x="8712000" y="136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Line 52"/>
          <p:cNvSpPr/>
          <p:nvPr/>
        </p:nvSpPr>
        <p:spPr>
          <a:xfrm flipV="1">
            <a:off x="9792000" y="7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Line 53"/>
          <p:cNvSpPr/>
          <p:nvPr/>
        </p:nvSpPr>
        <p:spPr>
          <a:xfrm flipH="1">
            <a:off x="9216000" y="7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Line 54"/>
          <p:cNvSpPr/>
          <p:nvPr/>
        </p:nvSpPr>
        <p:spPr>
          <a:xfrm flipH="1">
            <a:off x="468000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Line 55"/>
          <p:cNvSpPr/>
          <p:nvPr/>
        </p:nvSpPr>
        <p:spPr>
          <a:xfrm>
            <a:off x="468000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Line 56"/>
          <p:cNvSpPr/>
          <p:nvPr/>
        </p:nvSpPr>
        <p:spPr>
          <a:xfrm>
            <a:off x="468000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Line 57"/>
          <p:cNvSpPr/>
          <p:nvPr/>
        </p:nvSpPr>
        <p:spPr>
          <a:xfrm flipH="1">
            <a:off x="468000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Line 58"/>
          <p:cNvSpPr/>
          <p:nvPr/>
        </p:nvSpPr>
        <p:spPr>
          <a:xfrm>
            <a:off x="468000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Line 59"/>
          <p:cNvSpPr/>
          <p:nvPr/>
        </p:nvSpPr>
        <p:spPr>
          <a:xfrm>
            <a:off x="468000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Line 60"/>
          <p:cNvSpPr/>
          <p:nvPr/>
        </p:nvSpPr>
        <p:spPr>
          <a:xfrm flipH="1">
            <a:off x="468000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Line 61"/>
          <p:cNvSpPr/>
          <p:nvPr/>
        </p:nvSpPr>
        <p:spPr>
          <a:xfrm>
            <a:off x="468000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Line 62"/>
          <p:cNvSpPr/>
          <p:nvPr/>
        </p:nvSpPr>
        <p:spPr>
          <a:xfrm>
            <a:off x="468000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Line 63"/>
          <p:cNvSpPr/>
          <p:nvPr/>
        </p:nvSpPr>
        <p:spPr>
          <a:xfrm flipH="1">
            <a:off x="468000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Line 64"/>
          <p:cNvSpPr/>
          <p:nvPr/>
        </p:nvSpPr>
        <p:spPr>
          <a:xfrm>
            <a:off x="468000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Line 65"/>
          <p:cNvSpPr/>
          <p:nvPr/>
        </p:nvSpPr>
        <p:spPr>
          <a:xfrm>
            <a:off x="468000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Line 66"/>
          <p:cNvSpPr/>
          <p:nvPr/>
        </p:nvSpPr>
        <p:spPr>
          <a:xfrm flipH="1">
            <a:off x="468000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Line 67"/>
          <p:cNvSpPr/>
          <p:nvPr/>
        </p:nvSpPr>
        <p:spPr>
          <a:xfrm>
            <a:off x="468000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Line 68"/>
          <p:cNvSpPr/>
          <p:nvPr/>
        </p:nvSpPr>
        <p:spPr>
          <a:xfrm>
            <a:off x="468000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CustomShape 69"/>
          <p:cNvSpPr/>
          <p:nvPr/>
        </p:nvSpPr>
        <p:spPr>
          <a:xfrm>
            <a:off x="9576360" y="4896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65" name="CustomShape 70"/>
          <p:cNvSpPr/>
          <p:nvPr/>
        </p:nvSpPr>
        <p:spPr>
          <a:xfrm>
            <a:off x="7769160" y="30816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CustomShape 1"/>
          <p:cNvSpPr/>
          <p:nvPr/>
        </p:nvSpPr>
        <p:spPr>
          <a:xfrm>
            <a:off x="432000" y="288000"/>
            <a:ext cx="99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  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467" name="Line 2"/>
          <p:cNvSpPr/>
          <p:nvPr/>
        </p:nvSpPr>
        <p:spPr>
          <a:xfrm>
            <a:off x="1224000" y="936000"/>
            <a:ext cx="720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CustomShape 3"/>
          <p:cNvSpPr/>
          <p:nvPr/>
        </p:nvSpPr>
        <p:spPr>
          <a:xfrm>
            <a:off x="1944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69" name="CustomShape 4"/>
          <p:cNvSpPr/>
          <p:nvPr/>
        </p:nvSpPr>
        <p:spPr>
          <a:xfrm>
            <a:off x="2016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0" name="CustomShape 5"/>
          <p:cNvSpPr/>
          <p:nvPr/>
        </p:nvSpPr>
        <p:spPr>
          <a:xfrm>
            <a:off x="2069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1" name="Line 6"/>
          <p:cNvSpPr/>
          <p:nvPr/>
        </p:nvSpPr>
        <p:spPr>
          <a:xfrm flipH="1">
            <a:off x="2016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CustomShape 7"/>
          <p:cNvSpPr/>
          <p:nvPr/>
        </p:nvSpPr>
        <p:spPr>
          <a:xfrm>
            <a:off x="2016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3" name="Line 8"/>
          <p:cNvSpPr/>
          <p:nvPr/>
        </p:nvSpPr>
        <p:spPr>
          <a:xfrm flipH="1">
            <a:off x="2016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CustomShape 9"/>
          <p:cNvSpPr/>
          <p:nvPr/>
        </p:nvSpPr>
        <p:spPr>
          <a:xfrm>
            <a:off x="2016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5" name="CustomShape 10"/>
          <p:cNvSpPr/>
          <p:nvPr/>
        </p:nvSpPr>
        <p:spPr>
          <a:xfrm>
            <a:off x="4032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76" name="CustomShape 11"/>
          <p:cNvSpPr/>
          <p:nvPr/>
        </p:nvSpPr>
        <p:spPr>
          <a:xfrm>
            <a:off x="4104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7" name="CustomShape 12"/>
          <p:cNvSpPr/>
          <p:nvPr/>
        </p:nvSpPr>
        <p:spPr>
          <a:xfrm>
            <a:off x="4157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8" name="Line 13"/>
          <p:cNvSpPr/>
          <p:nvPr/>
        </p:nvSpPr>
        <p:spPr>
          <a:xfrm flipH="1">
            <a:off x="4104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CustomShape 14"/>
          <p:cNvSpPr/>
          <p:nvPr/>
        </p:nvSpPr>
        <p:spPr>
          <a:xfrm>
            <a:off x="4104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0" name="Line 15"/>
          <p:cNvSpPr/>
          <p:nvPr/>
        </p:nvSpPr>
        <p:spPr>
          <a:xfrm flipH="1">
            <a:off x="4104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CustomShape 16"/>
          <p:cNvSpPr/>
          <p:nvPr/>
        </p:nvSpPr>
        <p:spPr>
          <a:xfrm>
            <a:off x="4104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2" name="Line 17"/>
          <p:cNvSpPr/>
          <p:nvPr/>
        </p:nvSpPr>
        <p:spPr>
          <a:xfrm>
            <a:off x="3311280" y="864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CustomShape 18"/>
          <p:cNvSpPr/>
          <p:nvPr/>
        </p:nvSpPr>
        <p:spPr>
          <a:xfrm>
            <a:off x="2880000" y="504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4" name="CustomShape 19"/>
          <p:cNvSpPr/>
          <p:nvPr/>
        </p:nvSpPr>
        <p:spPr>
          <a:xfrm>
            <a:off x="2880000" y="130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5" name="CustomShape 20"/>
          <p:cNvSpPr/>
          <p:nvPr/>
        </p:nvSpPr>
        <p:spPr>
          <a:xfrm>
            <a:off x="4968000" y="44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6" name="CustomShape 21"/>
          <p:cNvSpPr/>
          <p:nvPr/>
        </p:nvSpPr>
        <p:spPr>
          <a:xfrm>
            <a:off x="4968000" y="1296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7" name="CustomShape 22"/>
          <p:cNvSpPr/>
          <p:nvPr/>
        </p:nvSpPr>
        <p:spPr>
          <a:xfrm>
            <a:off x="2952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8" name="CustomShape 23"/>
          <p:cNvSpPr/>
          <p:nvPr/>
        </p:nvSpPr>
        <p:spPr>
          <a:xfrm>
            <a:off x="5040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9" name="CustomShape 24"/>
          <p:cNvSpPr/>
          <p:nvPr/>
        </p:nvSpPr>
        <p:spPr>
          <a:xfrm>
            <a:off x="619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90" name="CustomShape 25"/>
          <p:cNvSpPr/>
          <p:nvPr/>
        </p:nvSpPr>
        <p:spPr>
          <a:xfrm>
            <a:off x="626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1" name="CustomShape 26"/>
          <p:cNvSpPr/>
          <p:nvPr/>
        </p:nvSpPr>
        <p:spPr>
          <a:xfrm>
            <a:off x="631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2" name="CustomShape 27"/>
          <p:cNvSpPr/>
          <p:nvPr/>
        </p:nvSpPr>
        <p:spPr>
          <a:xfrm>
            <a:off x="7148160" y="432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3" name="Line 28"/>
          <p:cNvSpPr/>
          <p:nvPr/>
        </p:nvSpPr>
        <p:spPr>
          <a:xfrm flipH="1">
            <a:off x="6264000" y="64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CustomShape 29"/>
          <p:cNvSpPr/>
          <p:nvPr/>
        </p:nvSpPr>
        <p:spPr>
          <a:xfrm>
            <a:off x="6264000" y="94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5" name="CustomShape 30"/>
          <p:cNvSpPr/>
          <p:nvPr/>
        </p:nvSpPr>
        <p:spPr>
          <a:xfrm>
            <a:off x="7056000" y="1309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6" name="CustomShape 31"/>
          <p:cNvSpPr/>
          <p:nvPr/>
        </p:nvSpPr>
        <p:spPr>
          <a:xfrm>
            <a:off x="72522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7" name="Line 32"/>
          <p:cNvSpPr/>
          <p:nvPr/>
        </p:nvSpPr>
        <p:spPr>
          <a:xfrm>
            <a:off x="5399280" y="864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CustomShape 33"/>
          <p:cNvSpPr/>
          <p:nvPr/>
        </p:nvSpPr>
        <p:spPr>
          <a:xfrm>
            <a:off x="835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99" name="CustomShape 34"/>
          <p:cNvSpPr/>
          <p:nvPr/>
        </p:nvSpPr>
        <p:spPr>
          <a:xfrm>
            <a:off x="842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0" name="CustomShape 35"/>
          <p:cNvSpPr/>
          <p:nvPr/>
        </p:nvSpPr>
        <p:spPr>
          <a:xfrm>
            <a:off x="847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1" name="Line 36"/>
          <p:cNvSpPr/>
          <p:nvPr/>
        </p:nvSpPr>
        <p:spPr>
          <a:xfrm flipV="1">
            <a:off x="7559280" y="864000"/>
            <a:ext cx="792720" cy="1368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CustomShape 37"/>
          <p:cNvSpPr/>
          <p:nvPr/>
        </p:nvSpPr>
        <p:spPr>
          <a:xfrm>
            <a:off x="83527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3" name="CustomShape 38"/>
          <p:cNvSpPr/>
          <p:nvPr/>
        </p:nvSpPr>
        <p:spPr>
          <a:xfrm>
            <a:off x="8352360" y="2592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4" name="CustomShape 39"/>
          <p:cNvSpPr/>
          <p:nvPr/>
        </p:nvSpPr>
        <p:spPr>
          <a:xfrm>
            <a:off x="84783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5" name="Line 40"/>
          <p:cNvSpPr/>
          <p:nvPr/>
        </p:nvSpPr>
        <p:spPr>
          <a:xfrm flipH="1">
            <a:off x="7558560" y="1296000"/>
            <a:ext cx="720" cy="36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Line 4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Line 42"/>
          <p:cNvSpPr/>
          <p:nvPr/>
        </p:nvSpPr>
        <p:spPr>
          <a:xfrm flipH="1">
            <a:off x="6283080" y="10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CustomShape 43"/>
          <p:cNvSpPr/>
          <p:nvPr/>
        </p:nvSpPr>
        <p:spPr>
          <a:xfrm>
            <a:off x="6192000" y="1296000"/>
            <a:ext cx="4280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9" name="CustomShape 44"/>
          <p:cNvSpPr/>
          <p:nvPr/>
        </p:nvSpPr>
        <p:spPr>
          <a:xfrm>
            <a:off x="619200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0" name="CustomShape 45"/>
          <p:cNvSpPr/>
          <p:nvPr/>
        </p:nvSpPr>
        <p:spPr>
          <a:xfrm>
            <a:off x="626400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1" name="CustomShape 46"/>
          <p:cNvSpPr/>
          <p:nvPr/>
        </p:nvSpPr>
        <p:spPr>
          <a:xfrm>
            <a:off x="631764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2" name="Line 4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CustomShape 48"/>
          <p:cNvSpPr/>
          <p:nvPr/>
        </p:nvSpPr>
        <p:spPr>
          <a:xfrm>
            <a:off x="40453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4" name="CustomShape 49"/>
          <p:cNvSpPr/>
          <p:nvPr/>
        </p:nvSpPr>
        <p:spPr>
          <a:xfrm>
            <a:off x="411732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5" name="CustomShape 50"/>
          <p:cNvSpPr/>
          <p:nvPr/>
        </p:nvSpPr>
        <p:spPr>
          <a:xfrm>
            <a:off x="41709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6" name="CustomShape 51"/>
          <p:cNvSpPr/>
          <p:nvPr/>
        </p:nvSpPr>
        <p:spPr>
          <a:xfrm>
            <a:off x="5001480" y="2448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7" name="Line 52"/>
          <p:cNvSpPr/>
          <p:nvPr/>
        </p:nvSpPr>
        <p:spPr>
          <a:xfrm flipH="1">
            <a:off x="4117320" y="266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CustomShape 53"/>
          <p:cNvSpPr/>
          <p:nvPr/>
        </p:nvSpPr>
        <p:spPr>
          <a:xfrm>
            <a:off x="4117320" y="296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9" name="CustomShape 54"/>
          <p:cNvSpPr/>
          <p:nvPr/>
        </p:nvSpPr>
        <p:spPr>
          <a:xfrm>
            <a:off x="4896000" y="3325680"/>
            <a:ext cx="4604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0" name="CustomShape 55"/>
          <p:cNvSpPr/>
          <p:nvPr/>
        </p:nvSpPr>
        <p:spPr>
          <a:xfrm>
            <a:off x="5105520" y="2893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1" name="Line 5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Line 57"/>
          <p:cNvSpPr/>
          <p:nvPr/>
        </p:nvSpPr>
        <p:spPr>
          <a:xfrm flipH="1">
            <a:off x="4136400" y="302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CustomShape 58"/>
          <p:cNvSpPr/>
          <p:nvPr/>
        </p:nvSpPr>
        <p:spPr>
          <a:xfrm>
            <a:off x="4045320" y="3325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4" name="CustomShape 59"/>
          <p:cNvSpPr/>
          <p:nvPr/>
        </p:nvSpPr>
        <p:spPr>
          <a:xfrm>
            <a:off x="6192360" y="6120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5" name="CustomShape 60"/>
          <p:cNvSpPr/>
          <p:nvPr/>
        </p:nvSpPr>
        <p:spPr>
          <a:xfrm>
            <a:off x="6192000" y="6408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6" name="CustomShape 61"/>
          <p:cNvSpPr/>
          <p:nvPr/>
        </p:nvSpPr>
        <p:spPr>
          <a:xfrm>
            <a:off x="6318000" y="6048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7" name="CustomShape 62"/>
          <p:cNvSpPr/>
          <p:nvPr/>
        </p:nvSpPr>
        <p:spPr>
          <a:xfrm>
            <a:off x="6192000" y="424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8" name="CustomShape 63"/>
          <p:cNvSpPr/>
          <p:nvPr/>
        </p:nvSpPr>
        <p:spPr>
          <a:xfrm>
            <a:off x="6264000" y="453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9" name="CustomShape 64"/>
          <p:cNvSpPr/>
          <p:nvPr/>
        </p:nvSpPr>
        <p:spPr>
          <a:xfrm>
            <a:off x="6317640" y="417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0" name="Line 6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Line 6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CustomShape 67"/>
          <p:cNvSpPr/>
          <p:nvPr/>
        </p:nvSpPr>
        <p:spPr>
          <a:xfrm>
            <a:off x="2448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3" name="CustomShape 68"/>
          <p:cNvSpPr/>
          <p:nvPr/>
        </p:nvSpPr>
        <p:spPr>
          <a:xfrm>
            <a:off x="4559760" y="-3528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4" name="CustomShape 69"/>
          <p:cNvSpPr/>
          <p:nvPr/>
        </p:nvSpPr>
        <p:spPr>
          <a:xfrm>
            <a:off x="6696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5" name="CustomShape 70"/>
          <p:cNvSpPr/>
          <p:nvPr/>
        </p:nvSpPr>
        <p:spPr>
          <a:xfrm>
            <a:off x="887976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6" name="CustomShape 71"/>
          <p:cNvSpPr/>
          <p:nvPr/>
        </p:nvSpPr>
        <p:spPr>
          <a:xfrm>
            <a:off x="4559760" y="1973160"/>
            <a:ext cx="615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7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7" name="CustomShape 72"/>
          <p:cNvSpPr/>
          <p:nvPr/>
        </p:nvSpPr>
        <p:spPr>
          <a:xfrm>
            <a:off x="669600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8" name="CustomShape 73"/>
          <p:cNvSpPr/>
          <p:nvPr/>
        </p:nvSpPr>
        <p:spPr>
          <a:xfrm>
            <a:off x="887976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9" name="CustomShape 74"/>
          <p:cNvSpPr/>
          <p:nvPr/>
        </p:nvSpPr>
        <p:spPr>
          <a:xfrm>
            <a:off x="6719760" y="3917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40" name="CustomShape 75"/>
          <p:cNvSpPr/>
          <p:nvPr/>
        </p:nvSpPr>
        <p:spPr>
          <a:xfrm>
            <a:off x="6719760" y="5789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41" name="Line 76"/>
          <p:cNvSpPr/>
          <p:nvPr/>
        </p:nvSpPr>
        <p:spPr>
          <a:xfrm flipH="1">
            <a:off x="755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Line 77"/>
          <p:cNvSpPr/>
          <p:nvPr/>
        </p:nvSpPr>
        <p:spPr>
          <a:xfrm flipH="1">
            <a:off x="539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Line 78"/>
          <p:cNvSpPr/>
          <p:nvPr/>
        </p:nvSpPr>
        <p:spPr>
          <a:xfrm flipH="1">
            <a:off x="3311280" y="1080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CustomShape 79"/>
          <p:cNvSpPr/>
          <p:nvPr/>
        </p:nvSpPr>
        <p:spPr>
          <a:xfrm>
            <a:off x="144000" y="2160000"/>
            <a:ext cx="3447720" cy="392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void fun(int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  printf("%d  ",n);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45" name="CustomShape 80"/>
          <p:cNvSpPr/>
          <p:nvPr/>
        </p:nvSpPr>
        <p:spPr>
          <a:xfrm>
            <a:off x="9577440" y="147600"/>
            <a:ext cx="45252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46" name="Line 8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Line 8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Line 83"/>
          <p:cNvSpPr/>
          <p:nvPr/>
        </p:nvSpPr>
        <p:spPr>
          <a:xfrm>
            <a:off x="37440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Line 84"/>
          <p:cNvSpPr/>
          <p:nvPr/>
        </p:nvSpPr>
        <p:spPr>
          <a:xfrm>
            <a:off x="37440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Line 85"/>
          <p:cNvSpPr/>
          <p:nvPr/>
        </p:nvSpPr>
        <p:spPr>
          <a:xfrm flipH="1">
            <a:off x="331020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Line 86"/>
          <p:cNvSpPr/>
          <p:nvPr/>
        </p:nvSpPr>
        <p:spPr>
          <a:xfrm>
            <a:off x="5761800" y="3312000"/>
            <a:ext cx="360" cy="352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Line 87"/>
          <p:cNvSpPr/>
          <p:nvPr/>
        </p:nvSpPr>
        <p:spPr>
          <a:xfrm>
            <a:off x="5761800" y="6840000"/>
            <a:ext cx="4305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Line 88"/>
          <p:cNvSpPr/>
          <p:nvPr/>
        </p:nvSpPr>
        <p:spPr>
          <a:xfrm flipH="1">
            <a:off x="5328000" y="3312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Line 89"/>
          <p:cNvSpPr/>
          <p:nvPr/>
        </p:nvSpPr>
        <p:spPr>
          <a:xfrm>
            <a:off x="584532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Line 90"/>
          <p:cNvSpPr/>
          <p:nvPr/>
        </p:nvSpPr>
        <p:spPr>
          <a:xfrm>
            <a:off x="584532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Line 91"/>
          <p:cNvSpPr/>
          <p:nvPr/>
        </p:nvSpPr>
        <p:spPr>
          <a:xfrm flipH="1">
            <a:off x="541152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Line 92"/>
          <p:cNvSpPr/>
          <p:nvPr/>
        </p:nvSpPr>
        <p:spPr>
          <a:xfrm>
            <a:off x="80514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Line 93"/>
          <p:cNvSpPr/>
          <p:nvPr/>
        </p:nvSpPr>
        <p:spPr>
          <a:xfrm>
            <a:off x="80514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Line 94"/>
          <p:cNvSpPr/>
          <p:nvPr/>
        </p:nvSpPr>
        <p:spPr>
          <a:xfrm flipH="1">
            <a:off x="7558200" y="1296000"/>
            <a:ext cx="4932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Line 95"/>
          <p:cNvSpPr/>
          <p:nvPr/>
        </p:nvSpPr>
        <p:spPr>
          <a:xfrm>
            <a:off x="5818680" y="2880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Line 96"/>
          <p:cNvSpPr/>
          <p:nvPr/>
        </p:nvSpPr>
        <p:spPr>
          <a:xfrm>
            <a:off x="5818680" y="4680000"/>
            <a:ext cx="373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Line 97"/>
          <p:cNvSpPr/>
          <p:nvPr/>
        </p:nvSpPr>
        <p:spPr>
          <a:xfrm flipH="1">
            <a:off x="5384880" y="2880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1"/>
          <p:cNvSpPr/>
          <p:nvPr/>
        </p:nvSpPr>
        <p:spPr>
          <a:xfrm>
            <a:off x="432000" y="288000"/>
            <a:ext cx="99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  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564" name="Line 2"/>
          <p:cNvSpPr/>
          <p:nvPr/>
        </p:nvSpPr>
        <p:spPr>
          <a:xfrm>
            <a:off x="1224000" y="936000"/>
            <a:ext cx="720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CustomShape 3"/>
          <p:cNvSpPr/>
          <p:nvPr/>
        </p:nvSpPr>
        <p:spPr>
          <a:xfrm>
            <a:off x="1944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6" name="CustomShape 4"/>
          <p:cNvSpPr/>
          <p:nvPr/>
        </p:nvSpPr>
        <p:spPr>
          <a:xfrm>
            <a:off x="2016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7" name="CustomShape 5"/>
          <p:cNvSpPr/>
          <p:nvPr/>
        </p:nvSpPr>
        <p:spPr>
          <a:xfrm>
            <a:off x="2069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8" name="Line 6"/>
          <p:cNvSpPr/>
          <p:nvPr/>
        </p:nvSpPr>
        <p:spPr>
          <a:xfrm flipH="1">
            <a:off x="2016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CustomShape 7"/>
          <p:cNvSpPr/>
          <p:nvPr/>
        </p:nvSpPr>
        <p:spPr>
          <a:xfrm>
            <a:off x="2016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0" name="Line 8"/>
          <p:cNvSpPr/>
          <p:nvPr/>
        </p:nvSpPr>
        <p:spPr>
          <a:xfrm flipH="1">
            <a:off x="2016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CustomShape 9"/>
          <p:cNvSpPr/>
          <p:nvPr/>
        </p:nvSpPr>
        <p:spPr>
          <a:xfrm>
            <a:off x="2016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2" name="CustomShape 10"/>
          <p:cNvSpPr/>
          <p:nvPr/>
        </p:nvSpPr>
        <p:spPr>
          <a:xfrm>
            <a:off x="4032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3" name="CustomShape 11"/>
          <p:cNvSpPr/>
          <p:nvPr/>
        </p:nvSpPr>
        <p:spPr>
          <a:xfrm>
            <a:off x="4104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4" name="CustomShape 12"/>
          <p:cNvSpPr/>
          <p:nvPr/>
        </p:nvSpPr>
        <p:spPr>
          <a:xfrm>
            <a:off x="4157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5" name="Line 13"/>
          <p:cNvSpPr/>
          <p:nvPr/>
        </p:nvSpPr>
        <p:spPr>
          <a:xfrm flipH="1">
            <a:off x="4104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CustomShape 14"/>
          <p:cNvSpPr/>
          <p:nvPr/>
        </p:nvSpPr>
        <p:spPr>
          <a:xfrm>
            <a:off x="4104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7" name="Line 15"/>
          <p:cNvSpPr/>
          <p:nvPr/>
        </p:nvSpPr>
        <p:spPr>
          <a:xfrm flipH="1">
            <a:off x="4104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CustomShape 16"/>
          <p:cNvSpPr/>
          <p:nvPr/>
        </p:nvSpPr>
        <p:spPr>
          <a:xfrm>
            <a:off x="4104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9" name="Line 17"/>
          <p:cNvSpPr/>
          <p:nvPr/>
        </p:nvSpPr>
        <p:spPr>
          <a:xfrm>
            <a:off x="3311280" y="864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CustomShape 18"/>
          <p:cNvSpPr/>
          <p:nvPr/>
        </p:nvSpPr>
        <p:spPr>
          <a:xfrm>
            <a:off x="2880000" y="504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1" name="CustomShape 19"/>
          <p:cNvSpPr/>
          <p:nvPr/>
        </p:nvSpPr>
        <p:spPr>
          <a:xfrm>
            <a:off x="2880000" y="130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2" name="CustomShape 20"/>
          <p:cNvSpPr/>
          <p:nvPr/>
        </p:nvSpPr>
        <p:spPr>
          <a:xfrm>
            <a:off x="4968000" y="44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3" name="CustomShape 21"/>
          <p:cNvSpPr/>
          <p:nvPr/>
        </p:nvSpPr>
        <p:spPr>
          <a:xfrm>
            <a:off x="4968000" y="1296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4" name="CustomShape 22"/>
          <p:cNvSpPr/>
          <p:nvPr/>
        </p:nvSpPr>
        <p:spPr>
          <a:xfrm>
            <a:off x="2952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5" name="CustomShape 23"/>
          <p:cNvSpPr/>
          <p:nvPr/>
        </p:nvSpPr>
        <p:spPr>
          <a:xfrm>
            <a:off x="5040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6" name="CustomShape 24"/>
          <p:cNvSpPr/>
          <p:nvPr/>
        </p:nvSpPr>
        <p:spPr>
          <a:xfrm>
            <a:off x="619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7" name="CustomShape 25"/>
          <p:cNvSpPr/>
          <p:nvPr/>
        </p:nvSpPr>
        <p:spPr>
          <a:xfrm>
            <a:off x="626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8" name="CustomShape 26"/>
          <p:cNvSpPr/>
          <p:nvPr/>
        </p:nvSpPr>
        <p:spPr>
          <a:xfrm>
            <a:off x="631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9" name="CustomShape 27"/>
          <p:cNvSpPr/>
          <p:nvPr/>
        </p:nvSpPr>
        <p:spPr>
          <a:xfrm>
            <a:off x="7148160" y="432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0" name="Line 28"/>
          <p:cNvSpPr/>
          <p:nvPr/>
        </p:nvSpPr>
        <p:spPr>
          <a:xfrm flipH="1">
            <a:off x="6264000" y="64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CustomShape 29"/>
          <p:cNvSpPr/>
          <p:nvPr/>
        </p:nvSpPr>
        <p:spPr>
          <a:xfrm>
            <a:off x="6264000" y="94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2" name="CustomShape 30"/>
          <p:cNvSpPr/>
          <p:nvPr/>
        </p:nvSpPr>
        <p:spPr>
          <a:xfrm>
            <a:off x="7056000" y="1309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3" name="CustomShape 31"/>
          <p:cNvSpPr/>
          <p:nvPr/>
        </p:nvSpPr>
        <p:spPr>
          <a:xfrm>
            <a:off x="72522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4" name="Line 32"/>
          <p:cNvSpPr/>
          <p:nvPr/>
        </p:nvSpPr>
        <p:spPr>
          <a:xfrm>
            <a:off x="5399280" y="864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CustomShape 33"/>
          <p:cNvSpPr/>
          <p:nvPr/>
        </p:nvSpPr>
        <p:spPr>
          <a:xfrm>
            <a:off x="835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6" name="CustomShape 34"/>
          <p:cNvSpPr/>
          <p:nvPr/>
        </p:nvSpPr>
        <p:spPr>
          <a:xfrm>
            <a:off x="842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7" name="CustomShape 35"/>
          <p:cNvSpPr/>
          <p:nvPr/>
        </p:nvSpPr>
        <p:spPr>
          <a:xfrm>
            <a:off x="847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8" name="Line 36"/>
          <p:cNvSpPr/>
          <p:nvPr/>
        </p:nvSpPr>
        <p:spPr>
          <a:xfrm flipV="1">
            <a:off x="7559280" y="864000"/>
            <a:ext cx="792720" cy="1368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Line 37"/>
          <p:cNvSpPr/>
          <p:nvPr/>
        </p:nvSpPr>
        <p:spPr>
          <a:xfrm>
            <a:off x="9000000" y="64800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Line 38"/>
          <p:cNvSpPr/>
          <p:nvPr/>
        </p:nvSpPr>
        <p:spPr>
          <a:xfrm flipH="1">
            <a:off x="9000000" y="64800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CustomShape 39"/>
          <p:cNvSpPr/>
          <p:nvPr/>
        </p:nvSpPr>
        <p:spPr>
          <a:xfrm>
            <a:off x="83527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02" name="CustomShape 40"/>
          <p:cNvSpPr/>
          <p:nvPr/>
        </p:nvSpPr>
        <p:spPr>
          <a:xfrm>
            <a:off x="8352360" y="2592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3" name="CustomShape 41"/>
          <p:cNvSpPr/>
          <p:nvPr/>
        </p:nvSpPr>
        <p:spPr>
          <a:xfrm>
            <a:off x="84783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4" name="Line 42"/>
          <p:cNvSpPr/>
          <p:nvPr/>
        </p:nvSpPr>
        <p:spPr>
          <a:xfrm>
            <a:off x="9000000" y="2664000"/>
            <a:ext cx="576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Line 43"/>
          <p:cNvSpPr/>
          <p:nvPr/>
        </p:nvSpPr>
        <p:spPr>
          <a:xfrm flipH="1">
            <a:off x="900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Line 44"/>
          <p:cNvSpPr/>
          <p:nvPr/>
        </p:nvSpPr>
        <p:spPr>
          <a:xfrm flipH="1">
            <a:off x="7558560" y="1296000"/>
            <a:ext cx="720" cy="36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Line 4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Line 46"/>
          <p:cNvSpPr/>
          <p:nvPr/>
        </p:nvSpPr>
        <p:spPr>
          <a:xfrm flipH="1">
            <a:off x="6283080" y="10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CustomShape 47"/>
          <p:cNvSpPr/>
          <p:nvPr/>
        </p:nvSpPr>
        <p:spPr>
          <a:xfrm>
            <a:off x="6192000" y="1296000"/>
            <a:ext cx="4280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0" name="CustomShape 48"/>
          <p:cNvSpPr/>
          <p:nvPr/>
        </p:nvSpPr>
        <p:spPr>
          <a:xfrm>
            <a:off x="619200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1" name="CustomShape 49"/>
          <p:cNvSpPr/>
          <p:nvPr/>
        </p:nvSpPr>
        <p:spPr>
          <a:xfrm>
            <a:off x="626400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2" name="CustomShape 50"/>
          <p:cNvSpPr/>
          <p:nvPr/>
        </p:nvSpPr>
        <p:spPr>
          <a:xfrm>
            <a:off x="631764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3" name="Line 5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14" name="Line 52"/>
          <p:cNvSpPr/>
          <p:nvPr/>
        </p:nvSpPr>
        <p:spPr>
          <a:xfrm>
            <a:off x="684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5" name="Line 53"/>
          <p:cNvSpPr/>
          <p:nvPr/>
        </p:nvSpPr>
        <p:spPr>
          <a:xfrm flipH="1">
            <a:off x="684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CustomShape 54"/>
          <p:cNvSpPr/>
          <p:nvPr/>
        </p:nvSpPr>
        <p:spPr>
          <a:xfrm>
            <a:off x="40453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7" name="CustomShape 55"/>
          <p:cNvSpPr/>
          <p:nvPr/>
        </p:nvSpPr>
        <p:spPr>
          <a:xfrm>
            <a:off x="411732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8" name="CustomShape 56"/>
          <p:cNvSpPr/>
          <p:nvPr/>
        </p:nvSpPr>
        <p:spPr>
          <a:xfrm>
            <a:off x="41709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9" name="CustomShape 57"/>
          <p:cNvSpPr/>
          <p:nvPr/>
        </p:nvSpPr>
        <p:spPr>
          <a:xfrm>
            <a:off x="5001480" y="2448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0" name="Line 58"/>
          <p:cNvSpPr/>
          <p:nvPr/>
        </p:nvSpPr>
        <p:spPr>
          <a:xfrm flipH="1">
            <a:off x="4117320" y="266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CustomShape 59"/>
          <p:cNvSpPr/>
          <p:nvPr/>
        </p:nvSpPr>
        <p:spPr>
          <a:xfrm>
            <a:off x="4117320" y="296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2" name="CustomShape 60"/>
          <p:cNvSpPr/>
          <p:nvPr/>
        </p:nvSpPr>
        <p:spPr>
          <a:xfrm>
            <a:off x="4896000" y="3325680"/>
            <a:ext cx="4604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3" name="CustomShape 61"/>
          <p:cNvSpPr/>
          <p:nvPr/>
        </p:nvSpPr>
        <p:spPr>
          <a:xfrm>
            <a:off x="5105520" y="2893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4" name="Line 6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Line 63"/>
          <p:cNvSpPr/>
          <p:nvPr/>
        </p:nvSpPr>
        <p:spPr>
          <a:xfrm flipH="1">
            <a:off x="4136400" y="302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CustomShape 64"/>
          <p:cNvSpPr/>
          <p:nvPr/>
        </p:nvSpPr>
        <p:spPr>
          <a:xfrm>
            <a:off x="4045320" y="3325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7" name="CustomShape 65"/>
          <p:cNvSpPr/>
          <p:nvPr/>
        </p:nvSpPr>
        <p:spPr>
          <a:xfrm>
            <a:off x="6192360" y="6120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8" name="CustomShape 66"/>
          <p:cNvSpPr/>
          <p:nvPr/>
        </p:nvSpPr>
        <p:spPr>
          <a:xfrm>
            <a:off x="6192000" y="6408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9" name="CustomShape 67"/>
          <p:cNvSpPr/>
          <p:nvPr/>
        </p:nvSpPr>
        <p:spPr>
          <a:xfrm>
            <a:off x="6318000" y="6048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0" name="Line 68"/>
          <p:cNvSpPr/>
          <p:nvPr/>
        </p:nvSpPr>
        <p:spPr>
          <a:xfrm>
            <a:off x="6839640" y="6480000"/>
            <a:ext cx="576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Line 69"/>
          <p:cNvSpPr/>
          <p:nvPr/>
        </p:nvSpPr>
        <p:spPr>
          <a:xfrm flipH="1">
            <a:off x="6839640" y="6480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CustomShape 70"/>
          <p:cNvSpPr/>
          <p:nvPr/>
        </p:nvSpPr>
        <p:spPr>
          <a:xfrm>
            <a:off x="6192000" y="424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3" name="CustomShape 71"/>
          <p:cNvSpPr/>
          <p:nvPr/>
        </p:nvSpPr>
        <p:spPr>
          <a:xfrm>
            <a:off x="6264000" y="453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4" name="CustomShape 72"/>
          <p:cNvSpPr/>
          <p:nvPr/>
        </p:nvSpPr>
        <p:spPr>
          <a:xfrm>
            <a:off x="6317640" y="417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5" name="Line 73"/>
          <p:cNvSpPr/>
          <p:nvPr/>
        </p:nvSpPr>
        <p:spPr>
          <a:xfrm>
            <a:off x="6840000" y="460872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Line 74"/>
          <p:cNvSpPr/>
          <p:nvPr/>
        </p:nvSpPr>
        <p:spPr>
          <a:xfrm flipH="1">
            <a:off x="6840000" y="460872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Line 7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Line 7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CustomShape 77"/>
          <p:cNvSpPr/>
          <p:nvPr/>
        </p:nvSpPr>
        <p:spPr>
          <a:xfrm>
            <a:off x="2448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0" name="CustomShape 78"/>
          <p:cNvSpPr/>
          <p:nvPr/>
        </p:nvSpPr>
        <p:spPr>
          <a:xfrm>
            <a:off x="4559760" y="-3528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1" name="CustomShape 79"/>
          <p:cNvSpPr/>
          <p:nvPr/>
        </p:nvSpPr>
        <p:spPr>
          <a:xfrm>
            <a:off x="6696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2" name="CustomShape 80"/>
          <p:cNvSpPr/>
          <p:nvPr/>
        </p:nvSpPr>
        <p:spPr>
          <a:xfrm>
            <a:off x="887976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3" name="CustomShape 81"/>
          <p:cNvSpPr/>
          <p:nvPr/>
        </p:nvSpPr>
        <p:spPr>
          <a:xfrm>
            <a:off x="4559760" y="1973160"/>
            <a:ext cx="615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7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4" name="CustomShape 82"/>
          <p:cNvSpPr/>
          <p:nvPr/>
        </p:nvSpPr>
        <p:spPr>
          <a:xfrm>
            <a:off x="669600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5" name="CustomShape 83"/>
          <p:cNvSpPr/>
          <p:nvPr/>
        </p:nvSpPr>
        <p:spPr>
          <a:xfrm>
            <a:off x="887976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6" name="CustomShape 84"/>
          <p:cNvSpPr/>
          <p:nvPr/>
        </p:nvSpPr>
        <p:spPr>
          <a:xfrm>
            <a:off x="6719760" y="3917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7" name="CustomShape 85"/>
          <p:cNvSpPr/>
          <p:nvPr/>
        </p:nvSpPr>
        <p:spPr>
          <a:xfrm>
            <a:off x="6719760" y="5789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8" name="Line 86"/>
          <p:cNvSpPr/>
          <p:nvPr/>
        </p:nvSpPr>
        <p:spPr>
          <a:xfrm flipH="1">
            <a:off x="755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9" name="Line 87"/>
          <p:cNvSpPr/>
          <p:nvPr/>
        </p:nvSpPr>
        <p:spPr>
          <a:xfrm flipH="1">
            <a:off x="539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0" name="Line 88"/>
          <p:cNvSpPr/>
          <p:nvPr/>
        </p:nvSpPr>
        <p:spPr>
          <a:xfrm flipH="1">
            <a:off x="3311280" y="1080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1" name="CustomShape 89"/>
          <p:cNvSpPr/>
          <p:nvPr/>
        </p:nvSpPr>
        <p:spPr>
          <a:xfrm>
            <a:off x="144000" y="2160000"/>
            <a:ext cx="3447720" cy="392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void fun(int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  printf("%d  ",n);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52" name="CustomShape 90"/>
          <p:cNvSpPr/>
          <p:nvPr/>
        </p:nvSpPr>
        <p:spPr>
          <a:xfrm>
            <a:off x="9577440" y="147600"/>
            <a:ext cx="45252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653" name="Line 9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4" name="Line 9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Line 93"/>
          <p:cNvSpPr/>
          <p:nvPr/>
        </p:nvSpPr>
        <p:spPr>
          <a:xfrm>
            <a:off x="37440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6" name="Line 94"/>
          <p:cNvSpPr/>
          <p:nvPr/>
        </p:nvSpPr>
        <p:spPr>
          <a:xfrm>
            <a:off x="37440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7" name="Line 95"/>
          <p:cNvSpPr/>
          <p:nvPr/>
        </p:nvSpPr>
        <p:spPr>
          <a:xfrm flipH="1">
            <a:off x="331020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Line 96"/>
          <p:cNvSpPr/>
          <p:nvPr/>
        </p:nvSpPr>
        <p:spPr>
          <a:xfrm>
            <a:off x="5761800" y="3312000"/>
            <a:ext cx="360" cy="352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9" name="Line 97"/>
          <p:cNvSpPr/>
          <p:nvPr/>
        </p:nvSpPr>
        <p:spPr>
          <a:xfrm>
            <a:off x="5761800" y="6840000"/>
            <a:ext cx="4305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Line 98"/>
          <p:cNvSpPr/>
          <p:nvPr/>
        </p:nvSpPr>
        <p:spPr>
          <a:xfrm flipH="1">
            <a:off x="5328000" y="3312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Line 99"/>
          <p:cNvSpPr/>
          <p:nvPr/>
        </p:nvSpPr>
        <p:spPr>
          <a:xfrm>
            <a:off x="584532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Line 100"/>
          <p:cNvSpPr/>
          <p:nvPr/>
        </p:nvSpPr>
        <p:spPr>
          <a:xfrm>
            <a:off x="584532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Line 101"/>
          <p:cNvSpPr/>
          <p:nvPr/>
        </p:nvSpPr>
        <p:spPr>
          <a:xfrm flipH="1">
            <a:off x="541152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Line 102"/>
          <p:cNvSpPr/>
          <p:nvPr/>
        </p:nvSpPr>
        <p:spPr>
          <a:xfrm>
            <a:off x="80514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Line 103"/>
          <p:cNvSpPr/>
          <p:nvPr/>
        </p:nvSpPr>
        <p:spPr>
          <a:xfrm>
            <a:off x="80514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6" name="Line 104"/>
          <p:cNvSpPr/>
          <p:nvPr/>
        </p:nvSpPr>
        <p:spPr>
          <a:xfrm flipH="1">
            <a:off x="7558200" y="1296000"/>
            <a:ext cx="4932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Line 105"/>
          <p:cNvSpPr/>
          <p:nvPr/>
        </p:nvSpPr>
        <p:spPr>
          <a:xfrm>
            <a:off x="5818680" y="2880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Line 106"/>
          <p:cNvSpPr/>
          <p:nvPr/>
        </p:nvSpPr>
        <p:spPr>
          <a:xfrm>
            <a:off x="5818680" y="4680000"/>
            <a:ext cx="373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9" name="Line 107"/>
          <p:cNvSpPr/>
          <p:nvPr/>
        </p:nvSpPr>
        <p:spPr>
          <a:xfrm flipH="1">
            <a:off x="5384880" y="2880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CustomShape 1"/>
          <p:cNvSpPr/>
          <p:nvPr/>
        </p:nvSpPr>
        <p:spPr>
          <a:xfrm>
            <a:off x="3600" y="0"/>
            <a:ext cx="4453920" cy="632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fact(int);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n,f;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 = fact(n);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printf("f = %d\n",f);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fact(int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if((n==1)||(n==0))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return 1;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return n*fact(n-1);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71" name="CustomShape 2"/>
          <p:cNvSpPr/>
          <p:nvPr/>
        </p:nvSpPr>
        <p:spPr>
          <a:xfrm>
            <a:off x="6696720" y="546336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2" name="CustomShape 3"/>
          <p:cNvSpPr/>
          <p:nvPr/>
        </p:nvSpPr>
        <p:spPr>
          <a:xfrm>
            <a:off x="5040360" y="216000"/>
            <a:ext cx="2725920" cy="6834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CustomShape 4"/>
          <p:cNvSpPr/>
          <p:nvPr/>
        </p:nvSpPr>
        <p:spPr>
          <a:xfrm>
            <a:off x="5112360" y="626868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4" name="CustomShape 5"/>
          <p:cNvSpPr/>
          <p:nvPr/>
        </p:nvSpPr>
        <p:spPr>
          <a:xfrm>
            <a:off x="5112360" y="493596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5" name="CustomShape 6"/>
          <p:cNvSpPr/>
          <p:nvPr/>
        </p:nvSpPr>
        <p:spPr>
          <a:xfrm>
            <a:off x="6696360" y="54399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0x1234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6" name="CustomShape 7"/>
          <p:cNvSpPr/>
          <p:nvPr/>
        </p:nvSpPr>
        <p:spPr>
          <a:xfrm>
            <a:off x="6480360" y="51519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7" name="CustomShape 8"/>
          <p:cNvSpPr/>
          <p:nvPr/>
        </p:nvSpPr>
        <p:spPr>
          <a:xfrm>
            <a:off x="5112360" y="35506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CustomShape 9"/>
          <p:cNvSpPr/>
          <p:nvPr/>
        </p:nvSpPr>
        <p:spPr>
          <a:xfrm>
            <a:off x="6552360" y="37738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9" name="CustomShape 10"/>
          <p:cNvSpPr/>
          <p:nvPr/>
        </p:nvSpPr>
        <p:spPr>
          <a:xfrm>
            <a:off x="6768360" y="40366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0" name="CustomShape 11"/>
          <p:cNvSpPr/>
          <p:nvPr/>
        </p:nvSpPr>
        <p:spPr>
          <a:xfrm>
            <a:off x="5112360" y="21646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1" name="CustomShape 12"/>
          <p:cNvSpPr/>
          <p:nvPr/>
        </p:nvSpPr>
        <p:spPr>
          <a:xfrm>
            <a:off x="6552360" y="23878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2" name="CustomShape 13"/>
          <p:cNvSpPr/>
          <p:nvPr/>
        </p:nvSpPr>
        <p:spPr>
          <a:xfrm>
            <a:off x="6768360" y="26506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3" name="CustomShape 14"/>
          <p:cNvSpPr/>
          <p:nvPr/>
        </p:nvSpPr>
        <p:spPr>
          <a:xfrm>
            <a:off x="5112360" y="8146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CustomShape 15"/>
          <p:cNvSpPr/>
          <p:nvPr/>
        </p:nvSpPr>
        <p:spPr>
          <a:xfrm>
            <a:off x="6552360" y="10378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5" name="CustomShape 16"/>
          <p:cNvSpPr/>
          <p:nvPr/>
        </p:nvSpPr>
        <p:spPr>
          <a:xfrm>
            <a:off x="6768360" y="13006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6" name="CustomShape 17"/>
          <p:cNvSpPr/>
          <p:nvPr/>
        </p:nvSpPr>
        <p:spPr>
          <a:xfrm>
            <a:off x="6912720" y="4517640"/>
            <a:ext cx="711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7" name="CustomShape 18"/>
          <p:cNvSpPr/>
          <p:nvPr/>
        </p:nvSpPr>
        <p:spPr>
          <a:xfrm>
            <a:off x="6918480" y="3135960"/>
            <a:ext cx="775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8" name="CustomShape 19"/>
          <p:cNvSpPr/>
          <p:nvPr/>
        </p:nvSpPr>
        <p:spPr>
          <a:xfrm>
            <a:off x="6918480" y="1767960"/>
            <a:ext cx="847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9" name="CustomShape 20"/>
          <p:cNvSpPr/>
          <p:nvPr/>
        </p:nvSpPr>
        <p:spPr>
          <a:xfrm>
            <a:off x="5944680" y="7073640"/>
            <a:ext cx="9586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0" name="CustomShape 21"/>
          <p:cNvSpPr/>
          <p:nvPr/>
        </p:nvSpPr>
        <p:spPr>
          <a:xfrm>
            <a:off x="5328360" y="40359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1" name="CustomShape 22"/>
          <p:cNvSpPr/>
          <p:nvPr/>
        </p:nvSpPr>
        <p:spPr>
          <a:xfrm>
            <a:off x="5328360" y="26496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2" name="CustomShape 23"/>
          <p:cNvSpPr/>
          <p:nvPr/>
        </p:nvSpPr>
        <p:spPr>
          <a:xfrm>
            <a:off x="5328720" y="12276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3" name="CustomShape 24"/>
          <p:cNvSpPr/>
          <p:nvPr/>
        </p:nvSpPr>
        <p:spPr>
          <a:xfrm>
            <a:off x="5760000" y="40352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4" name="CustomShape 25"/>
          <p:cNvSpPr/>
          <p:nvPr/>
        </p:nvSpPr>
        <p:spPr>
          <a:xfrm>
            <a:off x="6768360" y="5850000"/>
            <a:ext cx="7851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5" name="CustomShape 26"/>
          <p:cNvSpPr/>
          <p:nvPr/>
        </p:nvSpPr>
        <p:spPr>
          <a:xfrm>
            <a:off x="5400360" y="36752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6" name="CustomShape 27"/>
          <p:cNvSpPr/>
          <p:nvPr/>
        </p:nvSpPr>
        <p:spPr>
          <a:xfrm>
            <a:off x="5112360" y="4408920"/>
            <a:ext cx="929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7" name="CustomShape 28"/>
          <p:cNvSpPr/>
          <p:nvPr/>
        </p:nvSpPr>
        <p:spPr>
          <a:xfrm>
            <a:off x="5184360" y="3027240"/>
            <a:ext cx="857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8" name="CustomShape 29"/>
          <p:cNvSpPr/>
          <p:nvPr/>
        </p:nvSpPr>
        <p:spPr>
          <a:xfrm>
            <a:off x="5184360" y="1585080"/>
            <a:ext cx="857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9" name="CustomShape 30"/>
          <p:cNvSpPr/>
          <p:nvPr/>
        </p:nvSpPr>
        <p:spPr>
          <a:xfrm>
            <a:off x="5400360" y="230328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0" name="CustomShape 31"/>
          <p:cNvSpPr/>
          <p:nvPr/>
        </p:nvSpPr>
        <p:spPr>
          <a:xfrm>
            <a:off x="5400360" y="8672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1" name="Line 32"/>
          <p:cNvSpPr/>
          <p:nvPr/>
        </p:nvSpPr>
        <p:spPr>
          <a:xfrm flipH="1">
            <a:off x="4680360" y="1694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Line 33"/>
          <p:cNvSpPr/>
          <p:nvPr/>
        </p:nvSpPr>
        <p:spPr>
          <a:xfrm>
            <a:off x="4680360" y="1694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3" name="Line 34"/>
          <p:cNvSpPr/>
          <p:nvPr/>
        </p:nvSpPr>
        <p:spPr>
          <a:xfrm>
            <a:off x="4680360" y="2846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4" name="Line 35"/>
          <p:cNvSpPr/>
          <p:nvPr/>
        </p:nvSpPr>
        <p:spPr>
          <a:xfrm flipH="1">
            <a:off x="4680360" y="4286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5" name="Line 36"/>
          <p:cNvSpPr/>
          <p:nvPr/>
        </p:nvSpPr>
        <p:spPr>
          <a:xfrm>
            <a:off x="4680360" y="4286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Line 37"/>
          <p:cNvSpPr/>
          <p:nvPr/>
        </p:nvSpPr>
        <p:spPr>
          <a:xfrm>
            <a:off x="4680360" y="5438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Line 38"/>
          <p:cNvSpPr/>
          <p:nvPr/>
        </p:nvSpPr>
        <p:spPr>
          <a:xfrm flipH="1">
            <a:off x="4680360" y="2990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Line 39"/>
          <p:cNvSpPr/>
          <p:nvPr/>
        </p:nvSpPr>
        <p:spPr>
          <a:xfrm>
            <a:off x="4680360" y="2990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9" name="Line 40"/>
          <p:cNvSpPr/>
          <p:nvPr/>
        </p:nvSpPr>
        <p:spPr>
          <a:xfrm>
            <a:off x="4680360" y="4142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Line 41"/>
          <p:cNvSpPr/>
          <p:nvPr/>
        </p:nvSpPr>
        <p:spPr>
          <a:xfrm flipH="1">
            <a:off x="4680360" y="5582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Line 42"/>
          <p:cNvSpPr/>
          <p:nvPr/>
        </p:nvSpPr>
        <p:spPr>
          <a:xfrm>
            <a:off x="4680360" y="5582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Line 43"/>
          <p:cNvSpPr/>
          <p:nvPr/>
        </p:nvSpPr>
        <p:spPr>
          <a:xfrm>
            <a:off x="4680360" y="6734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CustomShape 44"/>
          <p:cNvSpPr/>
          <p:nvPr/>
        </p:nvSpPr>
        <p:spPr>
          <a:xfrm>
            <a:off x="5328000" y="5400000"/>
            <a:ext cx="425520" cy="3535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4" name="CustomShape 45"/>
          <p:cNvSpPr/>
          <p:nvPr/>
        </p:nvSpPr>
        <p:spPr>
          <a:xfrm>
            <a:off x="5400000" y="50569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5" name="CustomShape 46"/>
          <p:cNvSpPr/>
          <p:nvPr/>
        </p:nvSpPr>
        <p:spPr>
          <a:xfrm>
            <a:off x="5202360" y="5761080"/>
            <a:ext cx="767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16" name="CustomShape 47"/>
          <p:cNvSpPr/>
          <p:nvPr/>
        </p:nvSpPr>
        <p:spPr>
          <a:xfrm>
            <a:off x="7920000" y="5472000"/>
            <a:ext cx="1433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 = fact(3);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7" name="CustomShape 48"/>
          <p:cNvSpPr/>
          <p:nvPr/>
        </p:nvSpPr>
        <p:spPr>
          <a:xfrm>
            <a:off x="7848000" y="4032000"/>
            <a:ext cx="1937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3*fact(2);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8" name="CustomShape 49"/>
          <p:cNvSpPr/>
          <p:nvPr/>
        </p:nvSpPr>
        <p:spPr>
          <a:xfrm>
            <a:off x="7848000" y="2664000"/>
            <a:ext cx="1937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2*fact(1);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9" name="CustomShape 50"/>
          <p:cNvSpPr/>
          <p:nvPr/>
        </p:nvSpPr>
        <p:spPr>
          <a:xfrm>
            <a:off x="7848000" y="1309680"/>
            <a:ext cx="1937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1;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0" name="CustomShape 51"/>
          <p:cNvSpPr/>
          <p:nvPr/>
        </p:nvSpPr>
        <p:spPr>
          <a:xfrm>
            <a:off x="9504000" y="2949120"/>
            <a:ext cx="137520" cy="71352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CustomShape 52"/>
          <p:cNvSpPr/>
          <p:nvPr/>
        </p:nvSpPr>
        <p:spPr>
          <a:xfrm>
            <a:off x="9504000" y="4374720"/>
            <a:ext cx="137520" cy="71352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2" name="CustomShape 53"/>
          <p:cNvSpPr/>
          <p:nvPr/>
        </p:nvSpPr>
        <p:spPr>
          <a:xfrm>
            <a:off x="9072000" y="5757120"/>
            <a:ext cx="137520" cy="71352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3" name="CustomShape 54"/>
          <p:cNvSpPr/>
          <p:nvPr/>
        </p:nvSpPr>
        <p:spPr>
          <a:xfrm>
            <a:off x="9501120" y="3309120"/>
            <a:ext cx="137520" cy="150696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CustomShape 55"/>
          <p:cNvSpPr/>
          <p:nvPr/>
        </p:nvSpPr>
        <p:spPr>
          <a:xfrm>
            <a:off x="9501120" y="4718880"/>
            <a:ext cx="137520" cy="150696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CustomShape 56"/>
          <p:cNvSpPr/>
          <p:nvPr/>
        </p:nvSpPr>
        <p:spPr>
          <a:xfrm>
            <a:off x="8568000" y="5976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6" name="CustomShape 57"/>
          <p:cNvSpPr/>
          <p:nvPr/>
        </p:nvSpPr>
        <p:spPr>
          <a:xfrm>
            <a:off x="9000000" y="305928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7" name="CustomShape 58"/>
          <p:cNvSpPr/>
          <p:nvPr/>
        </p:nvSpPr>
        <p:spPr>
          <a:xfrm>
            <a:off x="8620920" y="3456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8" name="CustomShape 59"/>
          <p:cNvSpPr/>
          <p:nvPr/>
        </p:nvSpPr>
        <p:spPr>
          <a:xfrm>
            <a:off x="9000000" y="4464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9" name="CustomShape 60"/>
          <p:cNvSpPr/>
          <p:nvPr/>
        </p:nvSpPr>
        <p:spPr>
          <a:xfrm>
            <a:off x="8620920" y="4896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0" name="CustomShape 61"/>
          <p:cNvSpPr/>
          <p:nvPr/>
        </p:nvSpPr>
        <p:spPr>
          <a:xfrm>
            <a:off x="5904000" y="5400000"/>
            <a:ext cx="425520" cy="3535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1" name="CustomShape 62"/>
          <p:cNvSpPr/>
          <p:nvPr/>
        </p:nvSpPr>
        <p:spPr>
          <a:xfrm>
            <a:off x="5960160" y="50569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2" name="CustomShape 63"/>
          <p:cNvSpPr/>
          <p:nvPr/>
        </p:nvSpPr>
        <p:spPr>
          <a:xfrm>
            <a:off x="5904000" y="5761080"/>
            <a:ext cx="78552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3" name="CustomShape 64"/>
          <p:cNvSpPr/>
          <p:nvPr/>
        </p:nvSpPr>
        <p:spPr>
          <a:xfrm>
            <a:off x="9216000" y="19800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10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CustomShape 1"/>
          <p:cNvSpPr/>
          <p:nvPr/>
        </p:nvSpPr>
        <p:spPr>
          <a:xfrm>
            <a:off x="9183240" y="24840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35" name="CustomShape 2"/>
          <p:cNvSpPr/>
          <p:nvPr/>
        </p:nvSpPr>
        <p:spPr>
          <a:xfrm>
            <a:off x="720" y="144000"/>
            <a:ext cx="9929520" cy="696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program to find factorial of a given number using recursion function.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int fact(int,int);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n,f;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f = fact(n,1);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printf("f = %d\n",f);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int fact(int n,int f)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if(n!=0)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//4!=0,3!=0,2!=0,1!=0,0!=0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        f = f*n;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//f=1*4,f=4*3,f=12*2,f=24*1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        n = n-1;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//n=3,n=2,n=1,n=0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return fact(n,f);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return 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23 }</a:t>
            </a:r>
            <a:endParaRPr b="0" lang="en-IN" sz="20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CustomShape 1"/>
          <p:cNvSpPr/>
          <p:nvPr/>
        </p:nvSpPr>
        <p:spPr>
          <a:xfrm>
            <a:off x="144000" y="72000"/>
            <a:ext cx="9066240" cy="733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progrm to find the sum of digits using recursion fun.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int sum(int n,int 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n;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int s = sum(n,0);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printf("s = %d\n",s);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int sum(int n,int s)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if(n!=0)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        s = s+n%10;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        n = n/10;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return sum(n,s);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return s;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7" name="CustomShape 2"/>
          <p:cNvSpPr/>
          <p:nvPr/>
        </p:nvSpPr>
        <p:spPr>
          <a:xfrm>
            <a:off x="9154080" y="29916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12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CustomShape 1"/>
          <p:cNvSpPr/>
          <p:nvPr/>
        </p:nvSpPr>
        <p:spPr>
          <a:xfrm>
            <a:off x="72000" y="48240"/>
            <a:ext cx="8562240" cy="721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program to reverse the string using recurion function.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#include&lt;string.h&gt;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void rev_str(char *,int,int);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char s[50];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printf("Enter the string\n");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scanf("%s",s);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rev_str(s,0,strlen(s)-1);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printf("s = %s\n",s);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void rev_str(char *p,int i,int j)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char temp;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if(i&lt;j)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temp = p[i];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        p[i] = p[j];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        p[j] = temp;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        i++, j--;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                rev_str(p,i,j);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23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24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9" name="CustomShape 2"/>
          <p:cNvSpPr/>
          <p:nvPr/>
        </p:nvSpPr>
        <p:spPr>
          <a:xfrm>
            <a:off x="9154080" y="29916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13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2025-09-22T19:35:56Z</dcterms:modified>
  <cp:revision>11</cp:revision>
  <dc:subject/>
  <dc:title/>
</cp:coreProperties>
</file>